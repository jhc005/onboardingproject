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53" r:id="rId4"/>
  </p:sldMasterIdLst>
  <p:notesMasterIdLst>
    <p:notesMasterId r:id="rId22"/>
  </p:notesMasterIdLst>
  <p:handoutMasterIdLst>
    <p:handoutMasterId r:id="rId23"/>
  </p:handoutMasterIdLst>
  <p:sldIdLst>
    <p:sldId id="261" r:id="rId5"/>
    <p:sldId id="265" r:id="rId6"/>
    <p:sldId id="266" r:id="rId7"/>
    <p:sldId id="267" r:id="rId8"/>
    <p:sldId id="380" r:id="rId9"/>
    <p:sldId id="269" r:id="rId10"/>
    <p:sldId id="382" r:id="rId11"/>
    <p:sldId id="378" r:id="rId12"/>
    <p:sldId id="383" r:id="rId13"/>
    <p:sldId id="273" r:id="rId14"/>
    <p:sldId id="375" r:id="rId15"/>
    <p:sldId id="376" r:id="rId16"/>
    <p:sldId id="274" r:id="rId17"/>
    <p:sldId id="276" r:id="rId18"/>
    <p:sldId id="278" r:id="rId19"/>
    <p:sldId id="381" r:id="rId20"/>
    <p:sldId id="27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50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403237EC-D9D2-CC53-49F1-73D2F058B1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0E22AA3-119D-69D2-B1E6-12B057A1B9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CA3CD1-CC6D-445D-BA9F-8116D297DBED}" type="datetimeFigureOut">
              <a:rPr lang="es-ES" smtClean="0"/>
              <a:t>13/05/2026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A07937F-DD77-4B28-10EB-B265EDF150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3873FB1-5050-E18C-FE29-8E87145C16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1025BE-24D1-4014-A842-7958099550B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14557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7D5F49-8644-4972-BDBE-B940B31F2D1C}" type="datetimeFigureOut">
              <a:rPr lang="es-ES" smtClean="0"/>
              <a:t>13/05/2026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90E37-F72A-43B9-9347-AFC63AC441B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0158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6C9D8D-4AF6-435F-A021-F443FEC03BCD}" type="datetimeFigureOut">
              <a:rPr lang="es-ES" smtClean="0"/>
              <a:t>13/05/2026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91C1-9DC6-4911-B812-75B7275E7FC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0521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6C9D8D-4AF6-435F-A021-F443FEC03BCD}" type="datetimeFigureOut">
              <a:rPr lang="es-ES" smtClean="0"/>
              <a:t>13/05/2026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91C1-9DC6-4911-B812-75B7275E7FC7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09D8591-CC10-A6AB-5A23-E36AF6F397B3}"/>
              </a:ext>
            </a:extLst>
          </p:cNvPr>
          <p:cNvSpPr/>
          <p:nvPr userDrawn="1"/>
        </p:nvSpPr>
        <p:spPr>
          <a:xfrm>
            <a:off x="8086725" y="4467225"/>
            <a:ext cx="4105275" cy="2401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990DD6C-7698-01E2-EF5B-319077D8B223}"/>
              </a:ext>
            </a:extLst>
          </p:cNvPr>
          <p:cNvSpPr/>
          <p:nvPr userDrawn="1"/>
        </p:nvSpPr>
        <p:spPr>
          <a:xfrm>
            <a:off x="-6" y="0"/>
            <a:ext cx="3390906" cy="685800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0" ty="0" sx="53000" sy="53000" flip="none" algn="ctr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3238BE3-7718-D465-8A24-4269F067CD4F}"/>
              </a:ext>
            </a:extLst>
          </p:cNvPr>
          <p:cNvSpPr/>
          <p:nvPr userDrawn="1"/>
        </p:nvSpPr>
        <p:spPr>
          <a:xfrm>
            <a:off x="-6" y="-19050"/>
            <a:ext cx="3390906" cy="6888027"/>
          </a:xfrm>
          <a:prstGeom prst="rect">
            <a:avLst/>
          </a:prstGeom>
          <a:gradFill>
            <a:gsLst>
              <a:gs pos="0">
                <a:srgbClr val="EE880E"/>
              </a:gs>
              <a:gs pos="80000">
                <a:srgbClr val="FF5038">
                  <a:alpha val="88000"/>
                </a:srgbClr>
              </a:gs>
            </a:gsLst>
            <a:lin ang="36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5942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6C9D8D-4AF6-435F-A021-F443FEC03BCD}" type="datetimeFigureOut">
              <a:rPr lang="es-ES" smtClean="0"/>
              <a:t>13/05/2026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91C1-9DC6-4911-B812-75B7275E7FC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1594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6C9D8D-4AF6-435F-A021-F443FEC03BCD}" type="datetimeFigureOut">
              <a:rPr lang="es-ES" smtClean="0"/>
              <a:t>13/05/2026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91C1-9DC6-4911-B812-75B7275E7FC7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212CE42F-FD3A-2CE6-D270-E8B6C22EB064}"/>
              </a:ext>
            </a:extLst>
          </p:cNvPr>
          <p:cNvSpPr>
            <a:spLocks/>
          </p:cNvSpPr>
          <p:nvPr userDrawn="1"/>
        </p:nvSpPr>
        <p:spPr bwMode="auto">
          <a:xfrm>
            <a:off x="1" y="4705868"/>
            <a:ext cx="12191999" cy="2152132"/>
          </a:xfrm>
          <a:custGeom>
            <a:avLst/>
            <a:gdLst>
              <a:gd name="T0" fmla="*/ 2925 w 2925"/>
              <a:gd name="T1" fmla="*/ 1282 h 1282"/>
              <a:gd name="T2" fmla="*/ 2925 w 2925"/>
              <a:gd name="T3" fmla="*/ 32 h 1282"/>
              <a:gd name="T4" fmla="*/ 2599 w 2925"/>
              <a:gd name="T5" fmla="*/ 18 h 1282"/>
              <a:gd name="T6" fmla="*/ 2138 w 2925"/>
              <a:gd name="T7" fmla="*/ 136 h 1282"/>
              <a:gd name="T8" fmla="*/ 1326 w 2925"/>
              <a:gd name="T9" fmla="*/ 478 h 1282"/>
              <a:gd name="T10" fmla="*/ 0 w 2925"/>
              <a:gd name="T11" fmla="*/ 444 h 1282"/>
              <a:gd name="T12" fmla="*/ 0 w 2925"/>
              <a:gd name="T13" fmla="*/ 1282 h 1282"/>
              <a:gd name="T14" fmla="*/ 2925 w 2925"/>
              <a:gd name="T15" fmla="*/ 1282 h 1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925" h="1282">
                <a:moveTo>
                  <a:pt x="2925" y="1282"/>
                </a:moveTo>
                <a:cubicBezTo>
                  <a:pt x="2925" y="32"/>
                  <a:pt x="2925" y="32"/>
                  <a:pt x="2925" y="32"/>
                </a:cubicBezTo>
                <a:cubicBezTo>
                  <a:pt x="2824" y="0"/>
                  <a:pt x="2707" y="3"/>
                  <a:pt x="2599" y="18"/>
                </a:cubicBezTo>
                <a:cubicBezTo>
                  <a:pt x="2441" y="39"/>
                  <a:pt x="2286" y="79"/>
                  <a:pt x="2138" y="136"/>
                </a:cubicBezTo>
                <a:cubicBezTo>
                  <a:pt x="1864" y="243"/>
                  <a:pt x="1612" y="410"/>
                  <a:pt x="1326" y="478"/>
                </a:cubicBezTo>
                <a:cubicBezTo>
                  <a:pt x="894" y="580"/>
                  <a:pt x="444" y="446"/>
                  <a:pt x="0" y="444"/>
                </a:cubicBezTo>
                <a:cubicBezTo>
                  <a:pt x="0" y="1282"/>
                  <a:pt x="0" y="1282"/>
                  <a:pt x="0" y="1282"/>
                </a:cubicBezTo>
                <a:lnTo>
                  <a:pt x="2925" y="128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888EAD3B-DE82-6CA3-D66C-25FD6320B9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10673" y="6211762"/>
            <a:ext cx="745361" cy="257656"/>
          </a:xfrm>
          <a:prstGeom prst="rect">
            <a:avLst/>
          </a:prstGeom>
        </p:spPr>
      </p:pic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22307CD9-78E5-3788-6F13-0853048A7CE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105637"/>
            <a:ext cx="0" cy="29109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375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6C9D8D-4AF6-435F-A021-F443FEC03BCD}" type="datetimeFigureOut">
              <a:rPr lang="es-ES" smtClean="0"/>
              <a:t>13/05/2026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91C1-9DC6-4911-B812-75B7275E7FC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81008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6C9D8D-4AF6-435F-A021-F443FEC03BCD}" type="datetimeFigureOut">
              <a:rPr lang="es-ES" smtClean="0"/>
              <a:t>13/05/2026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91C1-9DC6-4911-B812-75B7275E7FC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789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6C9D8D-4AF6-435F-A021-F443FEC03BCD}" type="datetimeFigureOut">
              <a:rPr lang="es-ES" smtClean="0"/>
              <a:t>13/05/2026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91C1-9DC6-4911-B812-75B7275E7FC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7966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6C9D8D-4AF6-435F-A021-F443FEC03BCD}" type="datetimeFigureOut">
              <a:rPr lang="es-ES" smtClean="0"/>
              <a:t>13/05/2026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91C1-9DC6-4911-B812-75B7275E7FC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6152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6C9D8D-4AF6-435F-A021-F443FEC03BCD}" type="datetimeFigureOut">
              <a:rPr lang="es-ES" smtClean="0"/>
              <a:t>13/05/2026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91C1-9DC6-4911-B812-75B7275E7FC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0422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6C9D8D-4AF6-435F-A021-F443FEC03BCD}" type="datetimeFigureOut">
              <a:rPr lang="es-ES" smtClean="0"/>
              <a:t>13/05/2026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91C1-9DC6-4911-B812-75B7275E7FC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9181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6C9D8D-4AF6-435F-A021-F443FEC03BCD}" type="datetimeFigureOut">
              <a:rPr lang="es-ES" smtClean="0"/>
              <a:t>13/05/2026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91C1-9DC6-4911-B812-75B7275E7FC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57912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CB128600-3E80-732B-1AF7-10349C24771D}"/>
              </a:ext>
            </a:extLst>
          </p:cNvPr>
          <p:cNvSpPr>
            <a:spLocks/>
          </p:cNvSpPr>
          <p:nvPr userDrawn="1"/>
        </p:nvSpPr>
        <p:spPr bwMode="auto">
          <a:xfrm>
            <a:off x="1" y="4705868"/>
            <a:ext cx="12191999" cy="2152132"/>
          </a:xfrm>
          <a:custGeom>
            <a:avLst/>
            <a:gdLst>
              <a:gd name="T0" fmla="*/ 2925 w 2925"/>
              <a:gd name="T1" fmla="*/ 1282 h 1282"/>
              <a:gd name="T2" fmla="*/ 2925 w 2925"/>
              <a:gd name="T3" fmla="*/ 32 h 1282"/>
              <a:gd name="T4" fmla="*/ 2599 w 2925"/>
              <a:gd name="T5" fmla="*/ 18 h 1282"/>
              <a:gd name="T6" fmla="*/ 2138 w 2925"/>
              <a:gd name="T7" fmla="*/ 136 h 1282"/>
              <a:gd name="T8" fmla="*/ 1326 w 2925"/>
              <a:gd name="T9" fmla="*/ 478 h 1282"/>
              <a:gd name="T10" fmla="*/ 0 w 2925"/>
              <a:gd name="T11" fmla="*/ 444 h 1282"/>
              <a:gd name="T12" fmla="*/ 0 w 2925"/>
              <a:gd name="T13" fmla="*/ 1282 h 1282"/>
              <a:gd name="T14" fmla="*/ 2925 w 2925"/>
              <a:gd name="T15" fmla="*/ 1282 h 1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925" h="1282">
                <a:moveTo>
                  <a:pt x="2925" y="1282"/>
                </a:moveTo>
                <a:cubicBezTo>
                  <a:pt x="2925" y="32"/>
                  <a:pt x="2925" y="32"/>
                  <a:pt x="2925" y="32"/>
                </a:cubicBezTo>
                <a:cubicBezTo>
                  <a:pt x="2824" y="0"/>
                  <a:pt x="2707" y="3"/>
                  <a:pt x="2599" y="18"/>
                </a:cubicBezTo>
                <a:cubicBezTo>
                  <a:pt x="2441" y="39"/>
                  <a:pt x="2286" y="79"/>
                  <a:pt x="2138" y="136"/>
                </a:cubicBezTo>
                <a:cubicBezTo>
                  <a:pt x="1864" y="243"/>
                  <a:pt x="1612" y="410"/>
                  <a:pt x="1326" y="478"/>
                </a:cubicBezTo>
                <a:cubicBezTo>
                  <a:pt x="894" y="580"/>
                  <a:pt x="444" y="446"/>
                  <a:pt x="0" y="444"/>
                </a:cubicBezTo>
                <a:cubicBezTo>
                  <a:pt x="0" y="1282"/>
                  <a:pt x="0" y="1282"/>
                  <a:pt x="0" y="1282"/>
                </a:cubicBezTo>
                <a:lnTo>
                  <a:pt x="2925" y="12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45F74297-A94C-8A0B-E30A-3141DE2C72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10673" y="6211762"/>
            <a:ext cx="745361" cy="25765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91C1-9DC6-4911-B812-75B7275E7FC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30063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9BBDFF95-6EBE-F762-5ACC-9DF9C6A22C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98395" y="3604410"/>
            <a:ext cx="5895521" cy="30673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Introducir subtítulo o nombre del proyecto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91C1-9DC6-4911-B812-75B7275E7FC7}" type="slidenum">
              <a:rPr lang="es-ES" smtClean="0"/>
              <a:t>‹Nº›</a:t>
            </a:fld>
            <a:endParaRPr lang="es-ES" dirty="0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7D9A725B-9DF4-63A1-3C5F-9F2BA82929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23044" y="6276071"/>
            <a:ext cx="695325" cy="238125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E3AA520F-0621-D999-30D8-B77DAB099E38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898395" y="1041912"/>
            <a:ext cx="5828976" cy="2234688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8482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trón de fondo&#10;&#10;Descripción generada automáticamente">
            <a:extLst>
              <a:ext uri="{FF2B5EF4-FFF2-40B4-BE49-F238E27FC236}">
                <a16:creationId xmlns:a16="http://schemas.microsoft.com/office/drawing/2014/main" id="{10B010FC-B7F2-0A26-6709-4A2D518735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98395" y="3604410"/>
            <a:ext cx="5895521" cy="30673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Introducir subtítulo o nombre del proyecto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91C1-9DC6-4911-B812-75B7275E7FC7}" type="slidenum">
              <a:rPr lang="es-ES" smtClean="0"/>
              <a:t>‹Nº›</a:t>
            </a:fld>
            <a:endParaRPr lang="es-ES" dirty="0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7D9A725B-9DF4-63A1-3C5F-9F2BA82929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23044" y="6276071"/>
            <a:ext cx="695325" cy="238125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E3AA520F-0621-D999-30D8-B77DAB099E38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898395" y="1041912"/>
            <a:ext cx="5828976" cy="2234688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376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3E0EB3-47E3-2D2B-CA1C-D8F25D2C0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EBBC7BD-C504-6085-38FE-2B03497F9A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7E91C1-9DC6-4911-B812-75B7275E7FC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98198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5">
            <a:extLst>
              <a:ext uri="{FF2B5EF4-FFF2-40B4-BE49-F238E27FC236}">
                <a16:creationId xmlns:a16="http://schemas.microsoft.com/office/drawing/2014/main" id="{606F8707-57D4-3B6F-9C99-C17DC13A6694}"/>
              </a:ext>
            </a:extLst>
          </p:cNvPr>
          <p:cNvSpPr>
            <a:spLocks/>
          </p:cNvSpPr>
          <p:nvPr userDrawn="1"/>
        </p:nvSpPr>
        <p:spPr bwMode="auto">
          <a:xfrm>
            <a:off x="1" y="4705868"/>
            <a:ext cx="12191999" cy="2152132"/>
          </a:xfrm>
          <a:custGeom>
            <a:avLst/>
            <a:gdLst>
              <a:gd name="T0" fmla="*/ 2925 w 2925"/>
              <a:gd name="T1" fmla="*/ 1282 h 1282"/>
              <a:gd name="T2" fmla="*/ 2925 w 2925"/>
              <a:gd name="T3" fmla="*/ 32 h 1282"/>
              <a:gd name="T4" fmla="*/ 2599 w 2925"/>
              <a:gd name="T5" fmla="*/ 18 h 1282"/>
              <a:gd name="T6" fmla="*/ 2138 w 2925"/>
              <a:gd name="T7" fmla="*/ 136 h 1282"/>
              <a:gd name="T8" fmla="*/ 1326 w 2925"/>
              <a:gd name="T9" fmla="*/ 478 h 1282"/>
              <a:gd name="T10" fmla="*/ 0 w 2925"/>
              <a:gd name="T11" fmla="*/ 444 h 1282"/>
              <a:gd name="T12" fmla="*/ 0 w 2925"/>
              <a:gd name="T13" fmla="*/ 1282 h 1282"/>
              <a:gd name="T14" fmla="*/ 2925 w 2925"/>
              <a:gd name="T15" fmla="*/ 1282 h 1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925" h="1282">
                <a:moveTo>
                  <a:pt x="2925" y="1282"/>
                </a:moveTo>
                <a:cubicBezTo>
                  <a:pt x="2925" y="32"/>
                  <a:pt x="2925" y="32"/>
                  <a:pt x="2925" y="32"/>
                </a:cubicBezTo>
                <a:cubicBezTo>
                  <a:pt x="2824" y="0"/>
                  <a:pt x="2707" y="3"/>
                  <a:pt x="2599" y="18"/>
                </a:cubicBezTo>
                <a:cubicBezTo>
                  <a:pt x="2441" y="39"/>
                  <a:pt x="2286" y="79"/>
                  <a:pt x="2138" y="136"/>
                </a:cubicBezTo>
                <a:cubicBezTo>
                  <a:pt x="1864" y="243"/>
                  <a:pt x="1612" y="410"/>
                  <a:pt x="1326" y="478"/>
                </a:cubicBezTo>
                <a:cubicBezTo>
                  <a:pt x="894" y="580"/>
                  <a:pt x="444" y="446"/>
                  <a:pt x="0" y="444"/>
                </a:cubicBezTo>
                <a:cubicBezTo>
                  <a:pt x="0" y="1282"/>
                  <a:pt x="0" y="1282"/>
                  <a:pt x="0" y="1282"/>
                </a:cubicBezTo>
                <a:lnTo>
                  <a:pt x="2925" y="128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 dirty="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41A2DA12-4470-9A17-B0E9-6CA368C821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10673" y="6211762"/>
            <a:ext cx="745361" cy="257656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91C1-9DC6-4911-B812-75B7275E7FC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233692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26579F4C-BA99-15D3-A4EF-AAE8811E4B91}"/>
              </a:ext>
            </a:extLst>
          </p:cNvPr>
          <p:cNvSpPr>
            <a:spLocks/>
          </p:cNvSpPr>
          <p:nvPr userDrawn="1"/>
        </p:nvSpPr>
        <p:spPr bwMode="auto">
          <a:xfrm flipH="1">
            <a:off x="0" y="1712423"/>
            <a:ext cx="12192000" cy="5224114"/>
          </a:xfrm>
          <a:custGeom>
            <a:avLst/>
            <a:gdLst>
              <a:gd name="T0" fmla="*/ 2925 w 2925"/>
              <a:gd name="T1" fmla="*/ 1282 h 1282"/>
              <a:gd name="T2" fmla="*/ 2925 w 2925"/>
              <a:gd name="T3" fmla="*/ 32 h 1282"/>
              <a:gd name="T4" fmla="*/ 2599 w 2925"/>
              <a:gd name="T5" fmla="*/ 18 h 1282"/>
              <a:gd name="T6" fmla="*/ 2138 w 2925"/>
              <a:gd name="T7" fmla="*/ 136 h 1282"/>
              <a:gd name="T8" fmla="*/ 1326 w 2925"/>
              <a:gd name="T9" fmla="*/ 478 h 1282"/>
              <a:gd name="T10" fmla="*/ 0 w 2925"/>
              <a:gd name="T11" fmla="*/ 444 h 1282"/>
              <a:gd name="T12" fmla="*/ 0 w 2925"/>
              <a:gd name="T13" fmla="*/ 1282 h 1282"/>
              <a:gd name="T14" fmla="*/ 2925 w 2925"/>
              <a:gd name="T15" fmla="*/ 1282 h 1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925" h="1282">
                <a:moveTo>
                  <a:pt x="2925" y="1282"/>
                </a:moveTo>
                <a:cubicBezTo>
                  <a:pt x="2925" y="32"/>
                  <a:pt x="2925" y="32"/>
                  <a:pt x="2925" y="32"/>
                </a:cubicBezTo>
                <a:cubicBezTo>
                  <a:pt x="2824" y="0"/>
                  <a:pt x="2707" y="3"/>
                  <a:pt x="2599" y="18"/>
                </a:cubicBezTo>
                <a:cubicBezTo>
                  <a:pt x="2441" y="39"/>
                  <a:pt x="2286" y="79"/>
                  <a:pt x="2138" y="136"/>
                </a:cubicBezTo>
                <a:cubicBezTo>
                  <a:pt x="1864" y="243"/>
                  <a:pt x="1612" y="410"/>
                  <a:pt x="1326" y="478"/>
                </a:cubicBezTo>
                <a:cubicBezTo>
                  <a:pt x="894" y="580"/>
                  <a:pt x="444" y="446"/>
                  <a:pt x="0" y="444"/>
                </a:cubicBezTo>
                <a:cubicBezTo>
                  <a:pt x="0" y="1282"/>
                  <a:pt x="0" y="1282"/>
                  <a:pt x="0" y="1282"/>
                </a:cubicBezTo>
                <a:lnTo>
                  <a:pt x="2925" y="128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41A2DA12-4470-9A17-B0E9-6CA368C821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10673" y="6211762"/>
            <a:ext cx="745361" cy="257656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91C1-9DC6-4911-B812-75B7275E7FC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01835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14486" y="1034256"/>
            <a:ext cx="8963025" cy="332582"/>
          </a:xfrm>
        </p:spPr>
        <p:txBody>
          <a:bodyPr>
            <a:normAutofit/>
          </a:bodyPr>
          <a:lstStyle>
            <a:lvl1pPr algn="ctr"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Introducir nombre del proyecto o propuesta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114425" y="2417227"/>
            <a:ext cx="3767882" cy="619126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s-ES" dirty="0"/>
              <a:t>Introducir título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954486" y="2311460"/>
            <a:ext cx="800100" cy="566220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s-ES" dirty="0"/>
              <a:t>01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CA988BE-D4B4-F8B6-62A2-9302AAC8DBD3}"/>
              </a:ext>
            </a:extLst>
          </p:cNvPr>
          <p:cNvSpPr txBox="1">
            <a:spLocks/>
          </p:cNvSpPr>
          <p:nvPr userDrawn="1"/>
        </p:nvSpPr>
        <p:spPr>
          <a:xfrm>
            <a:off x="4957762" y="41275"/>
            <a:ext cx="22764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dirty="0"/>
              <a:t>Índice</a:t>
            </a:r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606F8707-57D4-3B6F-9C99-C17DC13A6694}"/>
              </a:ext>
            </a:extLst>
          </p:cNvPr>
          <p:cNvSpPr>
            <a:spLocks/>
          </p:cNvSpPr>
          <p:nvPr userDrawn="1"/>
        </p:nvSpPr>
        <p:spPr bwMode="auto">
          <a:xfrm>
            <a:off x="1" y="4705868"/>
            <a:ext cx="12191999" cy="2152132"/>
          </a:xfrm>
          <a:custGeom>
            <a:avLst/>
            <a:gdLst>
              <a:gd name="T0" fmla="*/ 2925 w 2925"/>
              <a:gd name="T1" fmla="*/ 1282 h 1282"/>
              <a:gd name="T2" fmla="*/ 2925 w 2925"/>
              <a:gd name="T3" fmla="*/ 32 h 1282"/>
              <a:gd name="T4" fmla="*/ 2599 w 2925"/>
              <a:gd name="T5" fmla="*/ 18 h 1282"/>
              <a:gd name="T6" fmla="*/ 2138 w 2925"/>
              <a:gd name="T7" fmla="*/ 136 h 1282"/>
              <a:gd name="T8" fmla="*/ 1326 w 2925"/>
              <a:gd name="T9" fmla="*/ 478 h 1282"/>
              <a:gd name="T10" fmla="*/ 0 w 2925"/>
              <a:gd name="T11" fmla="*/ 444 h 1282"/>
              <a:gd name="T12" fmla="*/ 0 w 2925"/>
              <a:gd name="T13" fmla="*/ 1282 h 1282"/>
              <a:gd name="T14" fmla="*/ 2925 w 2925"/>
              <a:gd name="T15" fmla="*/ 1282 h 1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925" h="1282">
                <a:moveTo>
                  <a:pt x="2925" y="1282"/>
                </a:moveTo>
                <a:cubicBezTo>
                  <a:pt x="2925" y="32"/>
                  <a:pt x="2925" y="32"/>
                  <a:pt x="2925" y="32"/>
                </a:cubicBezTo>
                <a:cubicBezTo>
                  <a:pt x="2824" y="0"/>
                  <a:pt x="2707" y="3"/>
                  <a:pt x="2599" y="18"/>
                </a:cubicBezTo>
                <a:cubicBezTo>
                  <a:pt x="2441" y="39"/>
                  <a:pt x="2286" y="79"/>
                  <a:pt x="2138" y="136"/>
                </a:cubicBezTo>
                <a:cubicBezTo>
                  <a:pt x="1864" y="243"/>
                  <a:pt x="1612" y="410"/>
                  <a:pt x="1326" y="478"/>
                </a:cubicBezTo>
                <a:cubicBezTo>
                  <a:pt x="894" y="580"/>
                  <a:pt x="444" y="446"/>
                  <a:pt x="0" y="444"/>
                </a:cubicBezTo>
                <a:cubicBezTo>
                  <a:pt x="0" y="1282"/>
                  <a:pt x="0" y="1282"/>
                  <a:pt x="0" y="1282"/>
                </a:cubicBezTo>
                <a:lnTo>
                  <a:pt x="2925" y="128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 dirty="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41A2DA12-4470-9A17-B0E9-6CA368C821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10673" y="6211762"/>
            <a:ext cx="745361" cy="257656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91C1-9DC6-4911-B812-75B7275E7FC7}" type="slidenum">
              <a:rPr lang="es-ES" smtClean="0"/>
              <a:t>‹Nº›</a:t>
            </a:fld>
            <a:endParaRPr lang="es-ES" dirty="0"/>
          </a:p>
        </p:txBody>
      </p:sp>
      <p:cxnSp>
        <p:nvCxnSpPr>
          <p:cNvPr id="13" name="Straight Connector 21">
            <a:extLst>
              <a:ext uri="{FF2B5EF4-FFF2-40B4-BE49-F238E27FC236}">
                <a16:creationId xmlns:a16="http://schemas.microsoft.com/office/drawing/2014/main" id="{1EAC4345-D3C5-C2F3-9F5C-EFE4665C4776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105637"/>
            <a:ext cx="0" cy="29109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05413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dirty="0"/>
              <a:t>Haga </a:t>
            </a:r>
            <a:r>
              <a:rPr lang="es-ES" dirty="0" err="1"/>
              <a:t>clicpara</a:t>
            </a:r>
            <a:r>
              <a:rPr lang="es-ES" dirty="0"/>
              <a:t>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6C9D8D-4AF6-435F-A021-F443FEC03BCD}" type="datetimeFigureOut">
              <a:rPr lang="es-ES" smtClean="0"/>
              <a:t>13/05/2026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E91C1-9DC6-4911-B812-75B7275E7FC7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C683A8FD-A758-75C4-1773-0A25162EEDAF}"/>
              </a:ext>
            </a:extLst>
          </p:cNvPr>
          <p:cNvSpPr>
            <a:spLocks/>
          </p:cNvSpPr>
          <p:nvPr userDrawn="1"/>
        </p:nvSpPr>
        <p:spPr bwMode="auto">
          <a:xfrm>
            <a:off x="1" y="4705868"/>
            <a:ext cx="12191999" cy="2152132"/>
          </a:xfrm>
          <a:custGeom>
            <a:avLst/>
            <a:gdLst>
              <a:gd name="T0" fmla="*/ 2925 w 2925"/>
              <a:gd name="T1" fmla="*/ 1282 h 1282"/>
              <a:gd name="T2" fmla="*/ 2925 w 2925"/>
              <a:gd name="T3" fmla="*/ 32 h 1282"/>
              <a:gd name="T4" fmla="*/ 2599 w 2925"/>
              <a:gd name="T5" fmla="*/ 18 h 1282"/>
              <a:gd name="T6" fmla="*/ 2138 w 2925"/>
              <a:gd name="T7" fmla="*/ 136 h 1282"/>
              <a:gd name="T8" fmla="*/ 1326 w 2925"/>
              <a:gd name="T9" fmla="*/ 478 h 1282"/>
              <a:gd name="T10" fmla="*/ 0 w 2925"/>
              <a:gd name="T11" fmla="*/ 444 h 1282"/>
              <a:gd name="T12" fmla="*/ 0 w 2925"/>
              <a:gd name="T13" fmla="*/ 1282 h 1282"/>
              <a:gd name="T14" fmla="*/ 2925 w 2925"/>
              <a:gd name="T15" fmla="*/ 1282 h 1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925" h="1282">
                <a:moveTo>
                  <a:pt x="2925" y="1282"/>
                </a:moveTo>
                <a:cubicBezTo>
                  <a:pt x="2925" y="32"/>
                  <a:pt x="2925" y="32"/>
                  <a:pt x="2925" y="32"/>
                </a:cubicBezTo>
                <a:cubicBezTo>
                  <a:pt x="2824" y="0"/>
                  <a:pt x="2707" y="3"/>
                  <a:pt x="2599" y="18"/>
                </a:cubicBezTo>
                <a:cubicBezTo>
                  <a:pt x="2441" y="39"/>
                  <a:pt x="2286" y="79"/>
                  <a:pt x="2138" y="136"/>
                </a:cubicBezTo>
                <a:cubicBezTo>
                  <a:pt x="1864" y="243"/>
                  <a:pt x="1612" y="410"/>
                  <a:pt x="1326" y="478"/>
                </a:cubicBezTo>
                <a:cubicBezTo>
                  <a:pt x="894" y="580"/>
                  <a:pt x="444" y="446"/>
                  <a:pt x="0" y="444"/>
                </a:cubicBezTo>
                <a:cubicBezTo>
                  <a:pt x="0" y="1282"/>
                  <a:pt x="0" y="1282"/>
                  <a:pt x="0" y="1282"/>
                </a:cubicBezTo>
                <a:lnTo>
                  <a:pt x="2925" y="128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 dirty="0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8A9EB222-9FD5-0B1C-1794-A5BB3BFBF8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10673" y="6211762"/>
            <a:ext cx="745361" cy="257656"/>
          </a:xfrm>
          <a:prstGeom prst="rect">
            <a:avLst/>
          </a:prstGeom>
        </p:spPr>
      </p:pic>
      <p:cxnSp>
        <p:nvCxnSpPr>
          <p:cNvPr id="11" name="Straight Connector 21">
            <a:extLst>
              <a:ext uri="{FF2B5EF4-FFF2-40B4-BE49-F238E27FC236}">
                <a16:creationId xmlns:a16="http://schemas.microsoft.com/office/drawing/2014/main" id="{F5E2B8C6-EFC3-10BF-9E6F-8F5BB9C1CBD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105637"/>
            <a:ext cx="0" cy="29109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6261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7E91C1-9DC6-4911-B812-75B7275E7FC7}" type="slidenum">
              <a:rPr lang="es-ES" smtClean="0"/>
              <a:t>‹Nº›</a:t>
            </a:fld>
            <a:endParaRPr lang="es-E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43980C8-0497-118E-A529-04871170993F}"/>
              </a:ext>
            </a:extLst>
          </p:cNvPr>
          <p:cNvSpPr>
            <a:spLocks/>
          </p:cNvSpPr>
          <p:nvPr userDrawn="1"/>
        </p:nvSpPr>
        <p:spPr bwMode="auto">
          <a:xfrm>
            <a:off x="9379018" y="5105401"/>
            <a:ext cx="2812984" cy="1752600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45000">
                <a:schemeClr val="accent1"/>
              </a:gs>
              <a:gs pos="100000">
                <a:schemeClr val="accent6"/>
              </a:gs>
            </a:gsLst>
            <a:lin ang="19200000" scaled="0"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7DC1C950-CA62-CE9E-EB0C-BEAF063A43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023044" y="6276071"/>
            <a:ext cx="695325" cy="23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202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54" r:id="rId1"/>
    <p:sldLayoutId id="2147484455" r:id="rId2"/>
    <p:sldLayoutId id="2147484456" r:id="rId3"/>
    <p:sldLayoutId id="2147484457" r:id="rId4"/>
    <p:sldLayoutId id="2147484458" r:id="rId5"/>
    <p:sldLayoutId id="2147484459" r:id="rId6"/>
    <p:sldLayoutId id="2147484460" r:id="rId7"/>
    <p:sldLayoutId id="2147484461" r:id="rId8"/>
    <p:sldLayoutId id="2147484462" r:id="rId9"/>
    <p:sldLayoutId id="2147484463" r:id="rId10"/>
    <p:sldLayoutId id="2147484464" r:id="rId11"/>
    <p:sldLayoutId id="2147484465" r:id="rId12"/>
    <p:sldLayoutId id="2147484425" r:id="rId13"/>
    <p:sldLayoutId id="2147484438" r:id="rId14"/>
    <p:sldLayoutId id="2147484437" r:id="rId15"/>
    <p:sldLayoutId id="2147484436" r:id="rId16"/>
    <p:sldLayoutId id="2147484467" r:id="rId17"/>
    <p:sldLayoutId id="2147483688" r:id="rId18"/>
    <p:sldLayoutId id="2147484426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>
              <a:lumMod val="7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Cerebro azul bajo el agua">
            <a:extLst>
              <a:ext uri="{FF2B5EF4-FFF2-40B4-BE49-F238E27FC236}">
                <a16:creationId xmlns:a16="http://schemas.microsoft.com/office/drawing/2014/main" id="{0E793486-922D-28C6-CD79-B601BDDF1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5295"/>
            <a:ext cx="12203185" cy="6864292"/>
          </a:xfrm>
          <a:prstGeom prst="rect">
            <a:avLst/>
          </a:prstGeom>
        </p:spPr>
      </p:pic>
      <p:sp>
        <p:nvSpPr>
          <p:cNvPr id="8" name="Freeform: Shape 5" descr="Persona escribe en un portátil">
            <a:extLst>
              <a:ext uri="{FF2B5EF4-FFF2-40B4-BE49-F238E27FC236}">
                <a16:creationId xmlns:a16="http://schemas.microsoft.com/office/drawing/2014/main" id="{553419F3-6E97-24F7-448D-81B4EB9CEFC8}"/>
              </a:ext>
            </a:extLst>
          </p:cNvPr>
          <p:cNvSpPr>
            <a:spLocks/>
          </p:cNvSpPr>
          <p:nvPr/>
        </p:nvSpPr>
        <p:spPr>
          <a:xfrm flipH="1">
            <a:off x="-3" y="0"/>
            <a:ext cx="4379055" cy="6865549"/>
          </a:xfrm>
          <a:custGeom>
            <a:avLst/>
            <a:gdLst>
              <a:gd name="connsiteX0" fmla="*/ 2544803 w 4702526"/>
              <a:gd name="connsiteY0" fmla="*/ 0 h 6858000"/>
              <a:gd name="connsiteX1" fmla="*/ 2683226 w 4702526"/>
              <a:gd name="connsiteY1" fmla="*/ 0 h 6858000"/>
              <a:gd name="connsiteX2" fmla="*/ 2856973 w 4702526"/>
              <a:gd name="connsiteY2" fmla="*/ 0 h 6858000"/>
              <a:gd name="connsiteX3" fmla="*/ 4702526 w 4702526"/>
              <a:gd name="connsiteY3" fmla="*/ 0 h 6858000"/>
              <a:gd name="connsiteX4" fmla="*/ 4702526 w 4702526"/>
              <a:gd name="connsiteY4" fmla="*/ 1845553 h 6858000"/>
              <a:gd name="connsiteX5" fmla="*/ 4702526 w 4702526"/>
              <a:gd name="connsiteY5" fmla="*/ 5012449 h 6858000"/>
              <a:gd name="connsiteX6" fmla="*/ 4702526 w 4702526"/>
              <a:gd name="connsiteY6" fmla="*/ 6858000 h 6858000"/>
              <a:gd name="connsiteX7" fmla="*/ 2856974 w 4702526"/>
              <a:gd name="connsiteY7" fmla="*/ 6858000 h 6858000"/>
              <a:gd name="connsiteX8" fmla="*/ 2683226 w 4702526"/>
              <a:gd name="connsiteY8" fmla="*/ 6858000 h 6858000"/>
              <a:gd name="connsiteX9" fmla="*/ 2544801 w 4702526"/>
              <a:gd name="connsiteY9" fmla="*/ 6858000 h 6858000"/>
              <a:gd name="connsiteX10" fmla="*/ 625224 w 4702526"/>
              <a:gd name="connsiteY10" fmla="*/ 4938422 h 6858000"/>
              <a:gd name="connsiteX11" fmla="*/ 625224 w 4702526"/>
              <a:gd name="connsiteY11" fmla="*/ 1919580 h 6858000"/>
              <a:gd name="connsiteX0" fmla="*/ 2431214 w 4588937"/>
              <a:gd name="connsiteY0" fmla="*/ 0 h 6858000"/>
              <a:gd name="connsiteX1" fmla="*/ 2569637 w 4588937"/>
              <a:gd name="connsiteY1" fmla="*/ 0 h 6858000"/>
              <a:gd name="connsiteX2" fmla="*/ 2743384 w 4588937"/>
              <a:gd name="connsiteY2" fmla="*/ 0 h 6858000"/>
              <a:gd name="connsiteX3" fmla="*/ 4588937 w 4588937"/>
              <a:gd name="connsiteY3" fmla="*/ 0 h 6858000"/>
              <a:gd name="connsiteX4" fmla="*/ 4588937 w 4588937"/>
              <a:gd name="connsiteY4" fmla="*/ 1845553 h 6858000"/>
              <a:gd name="connsiteX5" fmla="*/ 4588937 w 4588937"/>
              <a:gd name="connsiteY5" fmla="*/ 5012449 h 6858000"/>
              <a:gd name="connsiteX6" fmla="*/ 4588937 w 4588937"/>
              <a:gd name="connsiteY6" fmla="*/ 6858000 h 6858000"/>
              <a:gd name="connsiteX7" fmla="*/ 2743385 w 4588937"/>
              <a:gd name="connsiteY7" fmla="*/ 6858000 h 6858000"/>
              <a:gd name="connsiteX8" fmla="*/ 2569637 w 4588937"/>
              <a:gd name="connsiteY8" fmla="*/ 6858000 h 6858000"/>
              <a:gd name="connsiteX9" fmla="*/ 2431212 w 4588937"/>
              <a:gd name="connsiteY9" fmla="*/ 6858000 h 6858000"/>
              <a:gd name="connsiteX10" fmla="*/ 511635 w 4588937"/>
              <a:gd name="connsiteY10" fmla="*/ 4938422 h 6858000"/>
              <a:gd name="connsiteX11" fmla="*/ 767908 w 4588937"/>
              <a:gd name="connsiteY11" fmla="*/ 1548105 h 6858000"/>
              <a:gd name="connsiteX12" fmla="*/ 2431214 w 4588937"/>
              <a:gd name="connsiteY12" fmla="*/ 0 h 6858000"/>
              <a:gd name="connsiteX0" fmla="*/ 2325881 w 4483604"/>
              <a:gd name="connsiteY0" fmla="*/ 0 h 6858000"/>
              <a:gd name="connsiteX1" fmla="*/ 2464304 w 4483604"/>
              <a:gd name="connsiteY1" fmla="*/ 0 h 6858000"/>
              <a:gd name="connsiteX2" fmla="*/ 2638051 w 4483604"/>
              <a:gd name="connsiteY2" fmla="*/ 0 h 6858000"/>
              <a:gd name="connsiteX3" fmla="*/ 4483604 w 4483604"/>
              <a:gd name="connsiteY3" fmla="*/ 0 h 6858000"/>
              <a:gd name="connsiteX4" fmla="*/ 4483604 w 4483604"/>
              <a:gd name="connsiteY4" fmla="*/ 1845553 h 6858000"/>
              <a:gd name="connsiteX5" fmla="*/ 4483604 w 4483604"/>
              <a:gd name="connsiteY5" fmla="*/ 5012449 h 6858000"/>
              <a:gd name="connsiteX6" fmla="*/ 4483604 w 4483604"/>
              <a:gd name="connsiteY6" fmla="*/ 6858000 h 6858000"/>
              <a:gd name="connsiteX7" fmla="*/ 2638052 w 4483604"/>
              <a:gd name="connsiteY7" fmla="*/ 6858000 h 6858000"/>
              <a:gd name="connsiteX8" fmla="*/ 2464304 w 4483604"/>
              <a:gd name="connsiteY8" fmla="*/ 6858000 h 6858000"/>
              <a:gd name="connsiteX9" fmla="*/ 2325879 w 4483604"/>
              <a:gd name="connsiteY9" fmla="*/ 6858000 h 6858000"/>
              <a:gd name="connsiteX10" fmla="*/ 406302 w 4483604"/>
              <a:gd name="connsiteY10" fmla="*/ 4938422 h 6858000"/>
              <a:gd name="connsiteX11" fmla="*/ 662575 w 4483604"/>
              <a:gd name="connsiteY11" fmla="*/ 1548105 h 6858000"/>
              <a:gd name="connsiteX12" fmla="*/ 2325881 w 4483604"/>
              <a:gd name="connsiteY12" fmla="*/ 0 h 6858000"/>
              <a:gd name="connsiteX0" fmla="*/ 2325881 w 4483604"/>
              <a:gd name="connsiteY0" fmla="*/ 0 h 6858000"/>
              <a:gd name="connsiteX1" fmla="*/ 2464304 w 4483604"/>
              <a:gd name="connsiteY1" fmla="*/ 0 h 6858000"/>
              <a:gd name="connsiteX2" fmla="*/ 2638051 w 4483604"/>
              <a:gd name="connsiteY2" fmla="*/ 0 h 6858000"/>
              <a:gd name="connsiteX3" fmla="*/ 4483604 w 4483604"/>
              <a:gd name="connsiteY3" fmla="*/ 0 h 6858000"/>
              <a:gd name="connsiteX4" fmla="*/ 4483604 w 4483604"/>
              <a:gd name="connsiteY4" fmla="*/ 1845553 h 6858000"/>
              <a:gd name="connsiteX5" fmla="*/ 4483604 w 4483604"/>
              <a:gd name="connsiteY5" fmla="*/ 5012449 h 6858000"/>
              <a:gd name="connsiteX6" fmla="*/ 4483604 w 4483604"/>
              <a:gd name="connsiteY6" fmla="*/ 6858000 h 6858000"/>
              <a:gd name="connsiteX7" fmla="*/ 2638052 w 4483604"/>
              <a:gd name="connsiteY7" fmla="*/ 6858000 h 6858000"/>
              <a:gd name="connsiteX8" fmla="*/ 2464304 w 4483604"/>
              <a:gd name="connsiteY8" fmla="*/ 6858000 h 6858000"/>
              <a:gd name="connsiteX9" fmla="*/ 2325879 w 4483604"/>
              <a:gd name="connsiteY9" fmla="*/ 6858000 h 6858000"/>
              <a:gd name="connsiteX10" fmla="*/ 406302 w 4483604"/>
              <a:gd name="connsiteY10" fmla="*/ 4938422 h 6858000"/>
              <a:gd name="connsiteX11" fmla="*/ 662575 w 4483604"/>
              <a:gd name="connsiteY11" fmla="*/ 1548105 h 6858000"/>
              <a:gd name="connsiteX12" fmla="*/ 2325881 w 4483604"/>
              <a:gd name="connsiteY12" fmla="*/ 0 h 6858000"/>
              <a:gd name="connsiteX0" fmla="*/ 2235120 w 4392843"/>
              <a:gd name="connsiteY0" fmla="*/ 0 h 6858000"/>
              <a:gd name="connsiteX1" fmla="*/ 2373543 w 4392843"/>
              <a:gd name="connsiteY1" fmla="*/ 0 h 6858000"/>
              <a:gd name="connsiteX2" fmla="*/ 2547290 w 4392843"/>
              <a:gd name="connsiteY2" fmla="*/ 0 h 6858000"/>
              <a:gd name="connsiteX3" fmla="*/ 4392843 w 4392843"/>
              <a:gd name="connsiteY3" fmla="*/ 0 h 6858000"/>
              <a:gd name="connsiteX4" fmla="*/ 4392843 w 4392843"/>
              <a:gd name="connsiteY4" fmla="*/ 1845553 h 6858000"/>
              <a:gd name="connsiteX5" fmla="*/ 4392843 w 4392843"/>
              <a:gd name="connsiteY5" fmla="*/ 5012449 h 6858000"/>
              <a:gd name="connsiteX6" fmla="*/ 4392843 w 4392843"/>
              <a:gd name="connsiteY6" fmla="*/ 6858000 h 6858000"/>
              <a:gd name="connsiteX7" fmla="*/ 2547291 w 4392843"/>
              <a:gd name="connsiteY7" fmla="*/ 6858000 h 6858000"/>
              <a:gd name="connsiteX8" fmla="*/ 2373543 w 4392843"/>
              <a:gd name="connsiteY8" fmla="*/ 6858000 h 6858000"/>
              <a:gd name="connsiteX9" fmla="*/ 2235118 w 4392843"/>
              <a:gd name="connsiteY9" fmla="*/ 6858000 h 6858000"/>
              <a:gd name="connsiteX10" fmla="*/ 315541 w 4392843"/>
              <a:gd name="connsiteY10" fmla="*/ 4938422 h 6858000"/>
              <a:gd name="connsiteX11" fmla="*/ 571814 w 4392843"/>
              <a:gd name="connsiteY11" fmla="*/ 1548105 h 6858000"/>
              <a:gd name="connsiteX12" fmla="*/ 2235120 w 4392843"/>
              <a:gd name="connsiteY12" fmla="*/ 0 h 6858000"/>
              <a:gd name="connsiteX0" fmla="*/ 2027637 w 4185360"/>
              <a:gd name="connsiteY0" fmla="*/ 0 h 6858000"/>
              <a:gd name="connsiteX1" fmla="*/ 2166060 w 4185360"/>
              <a:gd name="connsiteY1" fmla="*/ 0 h 6858000"/>
              <a:gd name="connsiteX2" fmla="*/ 2339807 w 4185360"/>
              <a:gd name="connsiteY2" fmla="*/ 0 h 6858000"/>
              <a:gd name="connsiteX3" fmla="*/ 4185360 w 4185360"/>
              <a:gd name="connsiteY3" fmla="*/ 0 h 6858000"/>
              <a:gd name="connsiteX4" fmla="*/ 4185360 w 4185360"/>
              <a:gd name="connsiteY4" fmla="*/ 1845553 h 6858000"/>
              <a:gd name="connsiteX5" fmla="*/ 4185360 w 4185360"/>
              <a:gd name="connsiteY5" fmla="*/ 5012449 h 6858000"/>
              <a:gd name="connsiteX6" fmla="*/ 4185360 w 4185360"/>
              <a:gd name="connsiteY6" fmla="*/ 6858000 h 6858000"/>
              <a:gd name="connsiteX7" fmla="*/ 2339808 w 4185360"/>
              <a:gd name="connsiteY7" fmla="*/ 6858000 h 6858000"/>
              <a:gd name="connsiteX8" fmla="*/ 2166060 w 4185360"/>
              <a:gd name="connsiteY8" fmla="*/ 6858000 h 6858000"/>
              <a:gd name="connsiteX9" fmla="*/ 2027635 w 4185360"/>
              <a:gd name="connsiteY9" fmla="*/ 6858000 h 6858000"/>
              <a:gd name="connsiteX10" fmla="*/ 375473 w 4185360"/>
              <a:gd name="connsiteY10" fmla="*/ 6167147 h 6858000"/>
              <a:gd name="connsiteX11" fmla="*/ 364331 w 4185360"/>
              <a:gd name="connsiteY11" fmla="*/ 1548105 h 6858000"/>
              <a:gd name="connsiteX12" fmla="*/ 2027637 w 4185360"/>
              <a:gd name="connsiteY12" fmla="*/ 0 h 6858000"/>
              <a:gd name="connsiteX0" fmla="*/ 2027637 w 4185360"/>
              <a:gd name="connsiteY0" fmla="*/ 0 h 6858000"/>
              <a:gd name="connsiteX1" fmla="*/ 2166060 w 4185360"/>
              <a:gd name="connsiteY1" fmla="*/ 0 h 6858000"/>
              <a:gd name="connsiteX2" fmla="*/ 2339807 w 4185360"/>
              <a:gd name="connsiteY2" fmla="*/ 0 h 6858000"/>
              <a:gd name="connsiteX3" fmla="*/ 4185360 w 4185360"/>
              <a:gd name="connsiteY3" fmla="*/ 0 h 6858000"/>
              <a:gd name="connsiteX4" fmla="*/ 4185360 w 4185360"/>
              <a:gd name="connsiteY4" fmla="*/ 1845553 h 6858000"/>
              <a:gd name="connsiteX5" fmla="*/ 4185360 w 4185360"/>
              <a:gd name="connsiteY5" fmla="*/ 5012449 h 6858000"/>
              <a:gd name="connsiteX6" fmla="*/ 4185360 w 4185360"/>
              <a:gd name="connsiteY6" fmla="*/ 6858000 h 6858000"/>
              <a:gd name="connsiteX7" fmla="*/ 2339808 w 4185360"/>
              <a:gd name="connsiteY7" fmla="*/ 6858000 h 6858000"/>
              <a:gd name="connsiteX8" fmla="*/ 2166060 w 4185360"/>
              <a:gd name="connsiteY8" fmla="*/ 6858000 h 6858000"/>
              <a:gd name="connsiteX9" fmla="*/ 2027635 w 4185360"/>
              <a:gd name="connsiteY9" fmla="*/ 6858000 h 6858000"/>
              <a:gd name="connsiteX10" fmla="*/ 375473 w 4185360"/>
              <a:gd name="connsiteY10" fmla="*/ 6167147 h 6858000"/>
              <a:gd name="connsiteX11" fmla="*/ 364331 w 4185360"/>
              <a:gd name="connsiteY11" fmla="*/ 1548105 h 6858000"/>
              <a:gd name="connsiteX12" fmla="*/ 2027637 w 4185360"/>
              <a:gd name="connsiteY12" fmla="*/ 0 h 6858000"/>
              <a:gd name="connsiteX0" fmla="*/ 2401815 w 4559538"/>
              <a:gd name="connsiteY0" fmla="*/ 0 h 6858000"/>
              <a:gd name="connsiteX1" fmla="*/ 2540238 w 4559538"/>
              <a:gd name="connsiteY1" fmla="*/ 0 h 6858000"/>
              <a:gd name="connsiteX2" fmla="*/ 2713985 w 4559538"/>
              <a:gd name="connsiteY2" fmla="*/ 0 h 6858000"/>
              <a:gd name="connsiteX3" fmla="*/ 4559538 w 4559538"/>
              <a:gd name="connsiteY3" fmla="*/ 0 h 6858000"/>
              <a:gd name="connsiteX4" fmla="*/ 4559538 w 4559538"/>
              <a:gd name="connsiteY4" fmla="*/ 1845553 h 6858000"/>
              <a:gd name="connsiteX5" fmla="*/ 4559538 w 4559538"/>
              <a:gd name="connsiteY5" fmla="*/ 5012449 h 6858000"/>
              <a:gd name="connsiteX6" fmla="*/ 4559538 w 4559538"/>
              <a:gd name="connsiteY6" fmla="*/ 6858000 h 6858000"/>
              <a:gd name="connsiteX7" fmla="*/ 2713986 w 4559538"/>
              <a:gd name="connsiteY7" fmla="*/ 6858000 h 6858000"/>
              <a:gd name="connsiteX8" fmla="*/ 2540238 w 4559538"/>
              <a:gd name="connsiteY8" fmla="*/ 6858000 h 6858000"/>
              <a:gd name="connsiteX9" fmla="*/ 2401813 w 4559538"/>
              <a:gd name="connsiteY9" fmla="*/ 6858000 h 6858000"/>
              <a:gd name="connsiteX10" fmla="*/ 281675 w 4559538"/>
              <a:gd name="connsiteY10" fmla="*/ 6157622 h 6858000"/>
              <a:gd name="connsiteX11" fmla="*/ 738509 w 4559538"/>
              <a:gd name="connsiteY11" fmla="*/ 1548105 h 6858000"/>
              <a:gd name="connsiteX12" fmla="*/ 2401815 w 4559538"/>
              <a:gd name="connsiteY12" fmla="*/ 0 h 6858000"/>
              <a:gd name="connsiteX0" fmla="*/ 2243868 w 4401591"/>
              <a:gd name="connsiteY0" fmla="*/ 0 h 6858000"/>
              <a:gd name="connsiteX1" fmla="*/ 2382291 w 4401591"/>
              <a:gd name="connsiteY1" fmla="*/ 0 h 6858000"/>
              <a:gd name="connsiteX2" fmla="*/ 2556038 w 4401591"/>
              <a:gd name="connsiteY2" fmla="*/ 0 h 6858000"/>
              <a:gd name="connsiteX3" fmla="*/ 4401591 w 4401591"/>
              <a:gd name="connsiteY3" fmla="*/ 0 h 6858000"/>
              <a:gd name="connsiteX4" fmla="*/ 4401591 w 4401591"/>
              <a:gd name="connsiteY4" fmla="*/ 1845553 h 6858000"/>
              <a:gd name="connsiteX5" fmla="*/ 4401591 w 4401591"/>
              <a:gd name="connsiteY5" fmla="*/ 5012449 h 6858000"/>
              <a:gd name="connsiteX6" fmla="*/ 4401591 w 4401591"/>
              <a:gd name="connsiteY6" fmla="*/ 6858000 h 6858000"/>
              <a:gd name="connsiteX7" fmla="*/ 2556039 w 4401591"/>
              <a:gd name="connsiteY7" fmla="*/ 6858000 h 6858000"/>
              <a:gd name="connsiteX8" fmla="*/ 2382291 w 4401591"/>
              <a:gd name="connsiteY8" fmla="*/ 6858000 h 6858000"/>
              <a:gd name="connsiteX9" fmla="*/ 2243866 w 4401591"/>
              <a:gd name="connsiteY9" fmla="*/ 6858000 h 6858000"/>
              <a:gd name="connsiteX10" fmla="*/ 123728 w 4401591"/>
              <a:gd name="connsiteY10" fmla="*/ 6157622 h 6858000"/>
              <a:gd name="connsiteX11" fmla="*/ 580562 w 4401591"/>
              <a:gd name="connsiteY11" fmla="*/ 1548105 h 6858000"/>
              <a:gd name="connsiteX12" fmla="*/ 2243868 w 4401591"/>
              <a:gd name="connsiteY12" fmla="*/ 0 h 6858000"/>
              <a:gd name="connsiteX0" fmla="*/ 2530294 w 4688017"/>
              <a:gd name="connsiteY0" fmla="*/ 0 h 6858000"/>
              <a:gd name="connsiteX1" fmla="*/ 2668717 w 4688017"/>
              <a:gd name="connsiteY1" fmla="*/ 0 h 6858000"/>
              <a:gd name="connsiteX2" fmla="*/ 2842464 w 4688017"/>
              <a:gd name="connsiteY2" fmla="*/ 0 h 6858000"/>
              <a:gd name="connsiteX3" fmla="*/ 4688017 w 4688017"/>
              <a:gd name="connsiteY3" fmla="*/ 0 h 6858000"/>
              <a:gd name="connsiteX4" fmla="*/ 4688017 w 4688017"/>
              <a:gd name="connsiteY4" fmla="*/ 1845553 h 6858000"/>
              <a:gd name="connsiteX5" fmla="*/ 4688017 w 4688017"/>
              <a:gd name="connsiteY5" fmla="*/ 5012449 h 6858000"/>
              <a:gd name="connsiteX6" fmla="*/ 4688017 w 4688017"/>
              <a:gd name="connsiteY6" fmla="*/ 6858000 h 6858000"/>
              <a:gd name="connsiteX7" fmla="*/ 2842465 w 4688017"/>
              <a:gd name="connsiteY7" fmla="*/ 6858000 h 6858000"/>
              <a:gd name="connsiteX8" fmla="*/ 2668717 w 4688017"/>
              <a:gd name="connsiteY8" fmla="*/ 6858000 h 6858000"/>
              <a:gd name="connsiteX9" fmla="*/ 2530292 w 4688017"/>
              <a:gd name="connsiteY9" fmla="*/ 6858000 h 6858000"/>
              <a:gd name="connsiteX10" fmla="*/ 98170 w 4688017"/>
              <a:gd name="connsiteY10" fmla="*/ 4986047 h 6858000"/>
              <a:gd name="connsiteX11" fmla="*/ 866988 w 4688017"/>
              <a:gd name="connsiteY11" fmla="*/ 1548105 h 6858000"/>
              <a:gd name="connsiteX12" fmla="*/ 2530294 w 4688017"/>
              <a:gd name="connsiteY12" fmla="*/ 0 h 6858000"/>
              <a:gd name="connsiteX0" fmla="*/ 2530294 w 4688017"/>
              <a:gd name="connsiteY0" fmla="*/ 0 h 6858000"/>
              <a:gd name="connsiteX1" fmla="*/ 2668717 w 4688017"/>
              <a:gd name="connsiteY1" fmla="*/ 0 h 6858000"/>
              <a:gd name="connsiteX2" fmla="*/ 2842464 w 4688017"/>
              <a:gd name="connsiteY2" fmla="*/ 0 h 6858000"/>
              <a:gd name="connsiteX3" fmla="*/ 4688017 w 4688017"/>
              <a:gd name="connsiteY3" fmla="*/ 0 h 6858000"/>
              <a:gd name="connsiteX4" fmla="*/ 4688017 w 4688017"/>
              <a:gd name="connsiteY4" fmla="*/ 1845553 h 6858000"/>
              <a:gd name="connsiteX5" fmla="*/ 4688017 w 4688017"/>
              <a:gd name="connsiteY5" fmla="*/ 5012449 h 6858000"/>
              <a:gd name="connsiteX6" fmla="*/ 4688017 w 4688017"/>
              <a:gd name="connsiteY6" fmla="*/ 6858000 h 6858000"/>
              <a:gd name="connsiteX7" fmla="*/ 2842465 w 4688017"/>
              <a:gd name="connsiteY7" fmla="*/ 6858000 h 6858000"/>
              <a:gd name="connsiteX8" fmla="*/ 2668717 w 4688017"/>
              <a:gd name="connsiteY8" fmla="*/ 6858000 h 6858000"/>
              <a:gd name="connsiteX9" fmla="*/ 2530292 w 4688017"/>
              <a:gd name="connsiteY9" fmla="*/ 6858000 h 6858000"/>
              <a:gd name="connsiteX10" fmla="*/ 98170 w 4688017"/>
              <a:gd name="connsiteY10" fmla="*/ 4986047 h 6858000"/>
              <a:gd name="connsiteX11" fmla="*/ 866988 w 4688017"/>
              <a:gd name="connsiteY11" fmla="*/ 1548105 h 6858000"/>
              <a:gd name="connsiteX12" fmla="*/ 2530294 w 4688017"/>
              <a:gd name="connsiteY12" fmla="*/ 0 h 6858000"/>
              <a:gd name="connsiteX0" fmla="*/ 2526130 w 4683853"/>
              <a:gd name="connsiteY0" fmla="*/ 0 h 6858000"/>
              <a:gd name="connsiteX1" fmla="*/ 2664553 w 4683853"/>
              <a:gd name="connsiteY1" fmla="*/ 0 h 6858000"/>
              <a:gd name="connsiteX2" fmla="*/ 2838300 w 4683853"/>
              <a:gd name="connsiteY2" fmla="*/ 0 h 6858000"/>
              <a:gd name="connsiteX3" fmla="*/ 4683853 w 4683853"/>
              <a:gd name="connsiteY3" fmla="*/ 0 h 6858000"/>
              <a:gd name="connsiteX4" fmla="*/ 4683853 w 4683853"/>
              <a:gd name="connsiteY4" fmla="*/ 1845553 h 6858000"/>
              <a:gd name="connsiteX5" fmla="*/ 4683853 w 4683853"/>
              <a:gd name="connsiteY5" fmla="*/ 5012449 h 6858000"/>
              <a:gd name="connsiteX6" fmla="*/ 4683853 w 4683853"/>
              <a:gd name="connsiteY6" fmla="*/ 6858000 h 6858000"/>
              <a:gd name="connsiteX7" fmla="*/ 2838301 w 4683853"/>
              <a:gd name="connsiteY7" fmla="*/ 6858000 h 6858000"/>
              <a:gd name="connsiteX8" fmla="*/ 2664553 w 4683853"/>
              <a:gd name="connsiteY8" fmla="*/ 6858000 h 6858000"/>
              <a:gd name="connsiteX9" fmla="*/ 2526128 w 4683853"/>
              <a:gd name="connsiteY9" fmla="*/ 6858000 h 6858000"/>
              <a:gd name="connsiteX10" fmla="*/ 94006 w 4683853"/>
              <a:gd name="connsiteY10" fmla="*/ 4986047 h 6858000"/>
              <a:gd name="connsiteX11" fmla="*/ 929678 w 4683853"/>
              <a:gd name="connsiteY11" fmla="*/ 1395705 h 6858000"/>
              <a:gd name="connsiteX12" fmla="*/ 2526130 w 4683853"/>
              <a:gd name="connsiteY12" fmla="*/ 0 h 6858000"/>
              <a:gd name="connsiteX0" fmla="*/ 2526130 w 4683853"/>
              <a:gd name="connsiteY0" fmla="*/ 0 h 6858000"/>
              <a:gd name="connsiteX1" fmla="*/ 2664553 w 4683853"/>
              <a:gd name="connsiteY1" fmla="*/ 0 h 6858000"/>
              <a:gd name="connsiteX2" fmla="*/ 2838300 w 4683853"/>
              <a:gd name="connsiteY2" fmla="*/ 0 h 6858000"/>
              <a:gd name="connsiteX3" fmla="*/ 4683853 w 4683853"/>
              <a:gd name="connsiteY3" fmla="*/ 0 h 6858000"/>
              <a:gd name="connsiteX4" fmla="*/ 4683853 w 4683853"/>
              <a:gd name="connsiteY4" fmla="*/ 1845553 h 6858000"/>
              <a:gd name="connsiteX5" fmla="*/ 4683853 w 4683853"/>
              <a:gd name="connsiteY5" fmla="*/ 5012449 h 6858000"/>
              <a:gd name="connsiteX6" fmla="*/ 4683853 w 4683853"/>
              <a:gd name="connsiteY6" fmla="*/ 6858000 h 6858000"/>
              <a:gd name="connsiteX7" fmla="*/ 2838301 w 4683853"/>
              <a:gd name="connsiteY7" fmla="*/ 6858000 h 6858000"/>
              <a:gd name="connsiteX8" fmla="*/ 2664553 w 4683853"/>
              <a:gd name="connsiteY8" fmla="*/ 6858000 h 6858000"/>
              <a:gd name="connsiteX9" fmla="*/ 2526128 w 4683853"/>
              <a:gd name="connsiteY9" fmla="*/ 6858000 h 6858000"/>
              <a:gd name="connsiteX10" fmla="*/ 94006 w 4683853"/>
              <a:gd name="connsiteY10" fmla="*/ 4986047 h 6858000"/>
              <a:gd name="connsiteX11" fmla="*/ 929678 w 4683853"/>
              <a:gd name="connsiteY11" fmla="*/ 1395705 h 6858000"/>
              <a:gd name="connsiteX12" fmla="*/ 2526130 w 4683853"/>
              <a:gd name="connsiteY12" fmla="*/ 0 h 6858000"/>
              <a:gd name="connsiteX0" fmla="*/ 2526130 w 4683853"/>
              <a:gd name="connsiteY0" fmla="*/ 1753 h 6859753"/>
              <a:gd name="connsiteX1" fmla="*/ 2664553 w 4683853"/>
              <a:gd name="connsiteY1" fmla="*/ 1753 h 6859753"/>
              <a:gd name="connsiteX2" fmla="*/ 2838300 w 4683853"/>
              <a:gd name="connsiteY2" fmla="*/ 1753 h 6859753"/>
              <a:gd name="connsiteX3" fmla="*/ 4683853 w 4683853"/>
              <a:gd name="connsiteY3" fmla="*/ 1753 h 6859753"/>
              <a:gd name="connsiteX4" fmla="*/ 4683853 w 4683853"/>
              <a:gd name="connsiteY4" fmla="*/ 1847306 h 6859753"/>
              <a:gd name="connsiteX5" fmla="*/ 4683853 w 4683853"/>
              <a:gd name="connsiteY5" fmla="*/ 5014202 h 6859753"/>
              <a:gd name="connsiteX6" fmla="*/ 4683853 w 4683853"/>
              <a:gd name="connsiteY6" fmla="*/ 6859753 h 6859753"/>
              <a:gd name="connsiteX7" fmla="*/ 2838301 w 4683853"/>
              <a:gd name="connsiteY7" fmla="*/ 6859753 h 6859753"/>
              <a:gd name="connsiteX8" fmla="*/ 2664553 w 4683853"/>
              <a:gd name="connsiteY8" fmla="*/ 6859753 h 6859753"/>
              <a:gd name="connsiteX9" fmla="*/ 2526128 w 4683853"/>
              <a:gd name="connsiteY9" fmla="*/ 6859753 h 6859753"/>
              <a:gd name="connsiteX10" fmla="*/ 94006 w 4683853"/>
              <a:gd name="connsiteY10" fmla="*/ 4987800 h 6859753"/>
              <a:gd name="connsiteX11" fmla="*/ 929678 w 4683853"/>
              <a:gd name="connsiteY11" fmla="*/ 1397458 h 6859753"/>
              <a:gd name="connsiteX12" fmla="*/ 2526130 w 4683853"/>
              <a:gd name="connsiteY12" fmla="*/ 1753 h 6859753"/>
              <a:gd name="connsiteX0" fmla="*/ 3015581 w 5173304"/>
              <a:gd name="connsiteY0" fmla="*/ 1753 h 6859753"/>
              <a:gd name="connsiteX1" fmla="*/ 3154004 w 5173304"/>
              <a:gd name="connsiteY1" fmla="*/ 1753 h 6859753"/>
              <a:gd name="connsiteX2" fmla="*/ 3327751 w 5173304"/>
              <a:gd name="connsiteY2" fmla="*/ 1753 h 6859753"/>
              <a:gd name="connsiteX3" fmla="*/ 5173304 w 5173304"/>
              <a:gd name="connsiteY3" fmla="*/ 1753 h 6859753"/>
              <a:gd name="connsiteX4" fmla="*/ 5173304 w 5173304"/>
              <a:gd name="connsiteY4" fmla="*/ 1847306 h 6859753"/>
              <a:gd name="connsiteX5" fmla="*/ 5173304 w 5173304"/>
              <a:gd name="connsiteY5" fmla="*/ 5014202 h 6859753"/>
              <a:gd name="connsiteX6" fmla="*/ 5173304 w 5173304"/>
              <a:gd name="connsiteY6" fmla="*/ 6859753 h 6859753"/>
              <a:gd name="connsiteX7" fmla="*/ 3327752 w 5173304"/>
              <a:gd name="connsiteY7" fmla="*/ 6859753 h 6859753"/>
              <a:gd name="connsiteX8" fmla="*/ 3154004 w 5173304"/>
              <a:gd name="connsiteY8" fmla="*/ 6859753 h 6859753"/>
              <a:gd name="connsiteX9" fmla="*/ 3015579 w 5173304"/>
              <a:gd name="connsiteY9" fmla="*/ 6859753 h 6859753"/>
              <a:gd name="connsiteX10" fmla="*/ 70912 w 5173304"/>
              <a:gd name="connsiteY10" fmla="*/ 5254500 h 6859753"/>
              <a:gd name="connsiteX11" fmla="*/ 1419129 w 5173304"/>
              <a:gd name="connsiteY11" fmla="*/ 1397458 h 6859753"/>
              <a:gd name="connsiteX12" fmla="*/ 3015581 w 5173304"/>
              <a:gd name="connsiteY12" fmla="*/ 1753 h 6859753"/>
              <a:gd name="connsiteX0" fmla="*/ 3015581 w 5173304"/>
              <a:gd name="connsiteY0" fmla="*/ 1753 h 6859753"/>
              <a:gd name="connsiteX1" fmla="*/ 3154004 w 5173304"/>
              <a:gd name="connsiteY1" fmla="*/ 1753 h 6859753"/>
              <a:gd name="connsiteX2" fmla="*/ 3327751 w 5173304"/>
              <a:gd name="connsiteY2" fmla="*/ 1753 h 6859753"/>
              <a:gd name="connsiteX3" fmla="*/ 5173304 w 5173304"/>
              <a:gd name="connsiteY3" fmla="*/ 1753 h 6859753"/>
              <a:gd name="connsiteX4" fmla="*/ 5173304 w 5173304"/>
              <a:gd name="connsiteY4" fmla="*/ 1847306 h 6859753"/>
              <a:gd name="connsiteX5" fmla="*/ 5173304 w 5173304"/>
              <a:gd name="connsiteY5" fmla="*/ 5014202 h 6859753"/>
              <a:gd name="connsiteX6" fmla="*/ 5173304 w 5173304"/>
              <a:gd name="connsiteY6" fmla="*/ 6859753 h 6859753"/>
              <a:gd name="connsiteX7" fmla="*/ 3327752 w 5173304"/>
              <a:gd name="connsiteY7" fmla="*/ 6859753 h 6859753"/>
              <a:gd name="connsiteX8" fmla="*/ 3154004 w 5173304"/>
              <a:gd name="connsiteY8" fmla="*/ 6859753 h 6859753"/>
              <a:gd name="connsiteX9" fmla="*/ 3015579 w 5173304"/>
              <a:gd name="connsiteY9" fmla="*/ 6859753 h 6859753"/>
              <a:gd name="connsiteX10" fmla="*/ 70912 w 5173304"/>
              <a:gd name="connsiteY10" fmla="*/ 5254500 h 6859753"/>
              <a:gd name="connsiteX11" fmla="*/ 1419129 w 5173304"/>
              <a:gd name="connsiteY11" fmla="*/ 1397458 h 6859753"/>
              <a:gd name="connsiteX12" fmla="*/ 3015581 w 5173304"/>
              <a:gd name="connsiteY12" fmla="*/ 1753 h 6859753"/>
              <a:gd name="connsiteX0" fmla="*/ 3029652 w 5187375"/>
              <a:gd name="connsiteY0" fmla="*/ 13804 h 6871804"/>
              <a:gd name="connsiteX1" fmla="*/ 3168075 w 5187375"/>
              <a:gd name="connsiteY1" fmla="*/ 13804 h 6871804"/>
              <a:gd name="connsiteX2" fmla="*/ 3341822 w 5187375"/>
              <a:gd name="connsiteY2" fmla="*/ 13804 h 6871804"/>
              <a:gd name="connsiteX3" fmla="*/ 5187375 w 5187375"/>
              <a:gd name="connsiteY3" fmla="*/ 13804 h 6871804"/>
              <a:gd name="connsiteX4" fmla="*/ 5187375 w 5187375"/>
              <a:gd name="connsiteY4" fmla="*/ 1859357 h 6871804"/>
              <a:gd name="connsiteX5" fmla="*/ 5187375 w 5187375"/>
              <a:gd name="connsiteY5" fmla="*/ 5026253 h 6871804"/>
              <a:gd name="connsiteX6" fmla="*/ 5187375 w 5187375"/>
              <a:gd name="connsiteY6" fmla="*/ 6871804 h 6871804"/>
              <a:gd name="connsiteX7" fmla="*/ 3341823 w 5187375"/>
              <a:gd name="connsiteY7" fmla="*/ 6871804 h 6871804"/>
              <a:gd name="connsiteX8" fmla="*/ 3168075 w 5187375"/>
              <a:gd name="connsiteY8" fmla="*/ 6871804 h 6871804"/>
              <a:gd name="connsiteX9" fmla="*/ 3029650 w 5187375"/>
              <a:gd name="connsiteY9" fmla="*/ 6871804 h 6871804"/>
              <a:gd name="connsiteX10" fmla="*/ 84983 w 5187375"/>
              <a:gd name="connsiteY10" fmla="*/ 5266551 h 6871804"/>
              <a:gd name="connsiteX11" fmla="*/ 1087790 w 5187375"/>
              <a:gd name="connsiteY11" fmla="*/ 1285684 h 6871804"/>
              <a:gd name="connsiteX12" fmla="*/ 3029652 w 5187375"/>
              <a:gd name="connsiteY12" fmla="*/ 13804 h 6871804"/>
              <a:gd name="connsiteX0" fmla="*/ 3015688 w 5173411"/>
              <a:gd name="connsiteY0" fmla="*/ 13804 h 6871804"/>
              <a:gd name="connsiteX1" fmla="*/ 3154111 w 5173411"/>
              <a:gd name="connsiteY1" fmla="*/ 13804 h 6871804"/>
              <a:gd name="connsiteX2" fmla="*/ 3327858 w 5173411"/>
              <a:gd name="connsiteY2" fmla="*/ 13804 h 6871804"/>
              <a:gd name="connsiteX3" fmla="*/ 5173411 w 5173411"/>
              <a:gd name="connsiteY3" fmla="*/ 13804 h 6871804"/>
              <a:gd name="connsiteX4" fmla="*/ 5173411 w 5173411"/>
              <a:gd name="connsiteY4" fmla="*/ 1859357 h 6871804"/>
              <a:gd name="connsiteX5" fmla="*/ 5173411 w 5173411"/>
              <a:gd name="connsiteY5" fmla="*/ 5026253 h 6871804"/>
              <a:gd name="connsiteX6" fmla="*/ 5173411 w 5173411"/>
              <a:gd name="connsiteY6" fmla="*/ 6871804 h 6871804"/>
              <a:gd name="connsiteX7" fmla="*/ 3327859 w 5173411"/>
              <a:gd name="connsiteY7" fmla="*/ 6871804 h 6871804"/>
              <a:gd name="connsiteX8" fmla="*/ 3154111 w 5173411"/>
              <a:gd name="connsiteY8" fmla="*/ 6871804 h 6871804"/>
              <a:gd name="connsiteX9" fmla="*/ 3015686 w 5173411"/>
              <a:gd name="connsiteY9" fmla="*/ 6871804 h 6871804"/>
              <a:gd name="connsiteX10" fmla="*/ 71019 w 5173411"/>
              <a:gd name="connsiteY10" fmla="*/ 5266551 h 6871804"/>
              <a:gd name="connsiteX11" fmla="*/ 1073826 w 5173411"/>
              <a:gd name="connsiteY11" fmla="*/ 1285684 h 6871804"/>
              <a:gd name="connsiteX12" fmla="*/ 3015688 w 5173411"/>
              <a:gd name="connsiteY12" fmla="*/ 13804 h 6871804"/>
              <a:gd name="connsiteX0" fmla="*/ 3015688 w 5173411"/>
              <a:gd name="connsiteY0" fmla="*/ 13804 h 6871804"/>
              <a:gd name="connsiteX1" fmla="*/ 3154111 w 5173411"/>
              <a:gd name="connsiteY1" fmla="*/ 13804 h 6871804"/>
              <a:gd name="connsiteX2" fmla="*/ 3327858 w 5173411"/>
              <a:gd name="connsiteY2" fmla="*/ 13804 h 6871804"/>
              <a:gd name="connsiteX3" fmla="*/ 5173411 w 5173411"/>
              <a:gd name="connsiteY3" fmla="*/ 13804 h 6871804"/>
              <a:gd name="connsiteX4" fmla="*/ 5173411 w 5173411"/>
              <a:gd name="connsiteY4" fmla="*/ 1859357 h 6871804"/>
              <a:gd name="connsiteX5" fmla="*/ 5173411 w 5173411"/>
              <a:gd name="connsiteY5" fmla="*/ 5026253 h 6871804"/>
              <a:gd name="connsiteX6" fmla="*/ 5173411 w 5173411"/>
              <a:gd name="connsiteY6" fmla="*/ 6871804 h 6871804"/>
              <a:gd name="connsiteX7" fmla="*/ 3327859 w 5173411"/>
              <a:gd name="connsiteY7" fmla="*/ 6871804 h 6871804"/>
              <a:gd name="connsiteX8" fmla="*/ 3154111 w 5173411"/>
              <a:gd name="connsiteY8" fmla="*/ 6871804 h 6871804"/>
              <a:gd name="connsiteX9" fmla="*/ 1199493 w 5173411"/>
              <a:gd name="connsiteY9" fmla="*/ 6871804 h 6871804"/>
              <a:gd name="connsiteX10" fmla="*/ 71019 w 5173411"/>
              <a:gd name="connsiteY10" fmla="*/ 5266551 h 6871804"/>
              <a:gd name="connsiteX11" fmla="*/ 1073826 w 5173411"/>
              <a:gd name="connsiteY11" fmla="*/ 1285684 h 6871804"/>
              <a:gd name="connsiteX12" fmla="*/ 3015688 w 5173411"/>
              <a:gd name="connsiteY12" fmla="*/ 13804 h 6871804"/>
              <a:gd name="connsiteX0" fmla="*/ 3015688 w 5173411"/>
              <a:gd name="connsiteY0" fmla="*/ 13804 h 6871804"/>
              <a:gd name="connsiteX1" fmla="*/ 3154111 w 5173411"/>
              <a:gd name="connsiteY1" fmla="*/ 13804 h 6871804"/>
              <a:gd name="connsiteX2" fmla="*/ 3327858 w 5173411"/>
              <a:gd name="connsiteY2" fmla="*/ 13804 h 6871804"/>
              <a:gd name="connsiteX3" fmla="*/ 5173411 w 5173411"/>
              <a:gd name="connsiteY3" fmla="*/ 13804 h 6871804"/>
              <a:gd name="connsiteX4" fmla="*/ 5173411 w 5173411"/>
              <a:gd name="connsiteY4" fmla="*/ 1859357 h 6871804"/>
              <a:gd name="connsiteX5" fmla="*/ 5173411 w 5173411"/>
              <a:gd name="connsiteY5" fmla="*/ 5026253 h 6871804"/>
              <a:gd name="connsiteX6" fmla="*/ 5173411 w 5173411"/>
              <a:gd name="connsiteY6" fmla="*/ 6871804 h 6871804"/>
              <a:gd name="connsiteX7" fmla="*/ 3327859 w 5173411"/>
              <a:gd name="connsiteY7" fmla="*/ 6871804 h 6871804"/>
              <a:gd name="connsiteX8" fmla="*/ 3154111 w 5173411"/>
              <a:gd name="connsiteY8" fmla="*/ 6871804 h 6871804"/>
              <a:gd name="connsiteX9" fmla="*/ 1199493 w 5173411"/>
              <a:gd name="connsiteY9" fmla="*/ 6871804 h 6871804"/>
              <a:gd name="connsiteX10" fmla="*/ 71019 w 5173411"/>
              <a:gd name="connsiteY10" fmla="*/ 5266551 h 6871804"/>
              <a:gd name="connsiteX11" fmla="*/ 1073826 w 5173411"/>
              <a:gd name="connsiteY11" fmla="*/ 1285684 h 6871804"/>
              <a:gd name="connsiteX12" fmla="*/ 3015688 w 5173411"/>
              <a:gd name="connsiteY12" fmla="*/ 13804 h 6871804"/>
              <a:gd name="connsiteX0" fmla="*/ 3015688 w 5173411"/>
              <a:gd name="connsiteY0" fmla="*/ 13804 h 6871804"/>
              <a:gd name="connsiteX1" fmla="*/ 3154111 w 5173411"/>
              <a:gd name="connsiteY1" fmla="*/ 13804 h 6871804"/>
              <a:gd name="connsiteX2" fmla="*/ 3327858 w 5173411"/>
              <a:gd name="connsiteY2" fmla="*/ 13804 h 6871804"/>
              <a:gd name="connsiteX3" fmla="*/ 5173411 w 5173411"/>
              <a:gd name="connsiteY3" fmla="*/ 13804 h 6871804"/>
              <a:gd name="connsiteX4" fmla="*/ 5173411 w 5173411"/>
              <a:gd name="connsiteY4" fmla="*/ 1859357 h 6871804"/>
              <a:gd name="connsiteX5" fmla="*/ 5173411 w 5173411"/>
              <a:gd name="connsiteY5" fmla="*/ 5026253 h 6871804"/>
              <a:gd name="connsiteX6" fmla="*/ 5173411 w 5173411"/>
              <a:gd name="connsiteY6" fmla="*/ 6871804 h 6871804"/>
              <a:gd name="connsiteX7" fmla="*/ 3327859 w 5173411"/>
              <a:gd name="connsiteY7" fmla="*/ 6871804 h 6871804"/>
              <a:gd name="connsiteX8" fmla="*/ 3154111 w 5173411"/>
              <a:gd name="connsiteY8" fmla="*/ 6871804 h 6871804"/>
              <a:gd name="connsiteX9" fmla="*/ 1199493 w 5173411"/>
              <a:gd name="connsiteY9" fmla="*/ 6871804 h 6871804"/>
              <a:gd name="connsiteX10" fmla="*/ 71019 w 5173411"/>
              <a:gd name="connsiteY10" fmla="*/ 5266551 h 6871804"/>
              <a:gd name="connsiteX11" fmla="*/ 1073826 w 5173411"/>
              <a:gd name="connsiteY11" fmla="*/ 1285684 h 6871804"/>
              <a:gd name="connsiteX12" fmla="*/ 3015688 w 5173411"/>
              <a:gd name="connsiteY12" fmla="*/ 13804 h 6871804"/>
              <a:gd name="connsiteX0" fmla="*/ 3015688 w 5173411"/>
              <a:gd name="connsiteY0" fmla="*/ 13804 h 6881329"/>
              <a:gd name="connsiteX1" fmla="*/ 3154111 w 5173411"/>
              <a:gd name="connsiteY1" fmla="*/ 13804 h 6881329"/>
              <a:gd name="connsiteX2" fmla="*/ 3327858 w 5173411"/>
              <a:gd name="connsiteY2" fmla="*/ 13804 h 6881329"/>
              <a:gd name="connsiteX3" fmla="*/ 5173411 w 5173411"/>
              <a:gd name="connsiteY3" fmla="*/ 13804 h 6881329"/>
              <a:gd name="connsiteX4" fmla="*/ 5173411 w 5173411"/>
              <a:gd name="connsiteY4" fmla="*/ 1859357 h 6881329"/>
              <a:gd name="connsiteX5" fmla="*/ 5173411 w 5173411"/>
              <a:gd name="connsiteY5" fmla="*/ 5026253 h 6881329"/>
              <a:gd name="connsiteX6" fmla="*/ 5173411 w 5173411"/>
              <a:gd name="connsiteY6" fmla="*/ 6871804 h 6881329"/>
              <a:gd name="connsiteX7" fmla="*/ 3327859 w 5173411"/>
              <a:gd name="connsiteY7" fmla="*/ 6871804 h 6881329"/>
              <a:gd name="connsiteX8" fmla="*/ 3154111 w 5173411"/>
              <a:gd name="connsiteY8" fmla="*/ 6871804 h 6881329"/>
              <a:gd name="connsiteX9" fmla="*/ 731518 w 5173411"/>
              <a:gd name="connsiteY9" fmla="*/ 6881329 h 6881329"/>
              <a:gd name="connsiteX10" fmla="*/ 71019 w 5173411"/>
              <a:gd name="connsiteY10" fmla="*/ 5266551 h 6881329"/>
              <a:gd name="connsiteX11" fmla="*/ 1073826 w 5173411"/>
              <a:gd name="connsiteY11" fmla="*/ 1285684 h 6881329"/>
              <a:gd name="connsiteX12" fmla="*/ 3015688 w 5173411"/>
              <a:gd name="connsiteY12" fmla="*/ 13804 h 6881329"/>
              <a:gd name="connsiteX0" fmla="*/ 3015688 w 5173411"/>
              <a:gd name="connsiteY0" fmla="*/ 13804 h 6881329"/>
              <a:gd name="connsiteX1" fmla="*/ 3154111 w 5173411"/>
              <a:gd name="connsiteY1" fmla="*/ 13804 h 6881329"/>
              <a:gd name="connsiteX2" fmla="*/ 3327858 w 5173411"/>
              <a:gd name="connsiteY2" fmla="*/ 13804 h 6881329"/>
              <a:gd name="connsiteX3" fmla="*/ 5173411 w 5173411"/>
              <a:gd name="connsiteY3" fmla="*/ 13804 h 6881329"/>
              <a:gd name="connsiteX4" fmla="*/ 5173411 w 5173411"/>
              <a:gd name="connsiteY4" fmla="*/ 1859357 h 6881329"/>
              <a:gd name="connsiteX5" fmla="*/ 5173411 w 5173411"/>
              <a:gd name="connsiteY5" fmla="*/ 5026253 h 6881329"/>
              <a:gd name="connsiteX6" fmla="*/ 5173411 w 5173411"/>
              <a:gd name="connsiteY6" fmla="*/ 6871804 h 6881329"/>
              <a:gd name="connsiteX7" fmla="*/ 3327859 w 5173411"/>
              <a:gd name="connsiteY7" fmla="*/ 6871804 h 6881329"/>
              <a:gd name="connsiteX8" fmla="*/ 3154111 w 5173411"/>
              <a:gd name="connsiteY8" fmla="*/ 6871804 h 6881329"/>
              <a:gd name="connsiteX9" fmla="*/ 731518 w 5173411"/>
              <a:gd name="connsiteY9" fmla="*/ 6881329 h 6881329"/>
              <a:gd name="connsiteX10" fmla="*/ 71019 w 5173411"/>
              <a:gd name="connsiteY10" fmla="*/ 5266551 h 6881329"/>
              <a:gd name="connsiteX11" fmla="*/ 1073826 w 5173411"/>
              <a:gd name="connsiteY11" fmla="*/ 1285684 h 6881329"/>
              <a:gd name="connsiteX12" fmla="*/ 3015688 w 5173411"/>
              <a:gd name="connsiteY12" fmla="*/ 13804 h 6881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73411" h="6881329">
                <a:moveTo>
                  <a:pt x="3015688" y="13804"/>
                </a:moveTo>
                <a:lnTo>
                  <a:pt x="3154111" y="13804"/>
                </a:lnTo>
                <a:lnTo>
                  <a:pt x="3327858" y="13804"/>
                </a:lnTo>
                <a:lnTo>
                  <a:pt x="5173411" y="13804"/>
                </a:lnTo>
                <a:lnTo>
                  <a:pt x="5173411" y="1859357"/>
                </a:lnTo>
                <a:lnTo>
                  <a:pt x="5173411" y="5026253"/>
                </a:lnTo>
                <a:lnTo>
                  <a:pt x="5173411" y="6871804"/>
                </a:lnTo>
                <a:lnTo>
                  <a:pt x="3327859" y="6871804"/>
                </a:lnTo>
                <a:lnTo>
                  <a:pt x="3154111" y="6871804"/>
                </a:lnTo>
                <a:lnTo>
                  <a:pt x="731518" y="6881329"/>
                </a:lnTo>
                <a:cubicBezTo>
                  <a:pt x="737911" y="6851070"/>
                  <a:pt x="621739" y="6544585"/>
                  <a:pt x="71019" y="5266551"/>
                </a:cubicBezTo>
                <a:cubicBezTo>
                  <a:pt x="-372633" y="3604243"/>
                  <a:pt x="1421277" y="2767016"/>
                  <a:pt x="1073826" y="1285684"/>
                </a:cubicBezTo>
                <a:cubicBezTo>
                  <a:pt x="599457" y="-230476"/>
                  <a:pt x="1774145" y="15489"/>
                  <a:pt x="3015688" y="13804"/>
                </a:cubicBezTo>
                <a:close/>
              </a:path>
            </a:pathLst>
          </a:custGeom>
          <a:blipFill dpi="0" rotWithShape="0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53000" sy="53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Freeform: Shape 5">
            <a:extLst>
              <a:ext uri="{FF2B5EF4-FFF2-40B4-BE49-F238E27FC236}">
                <a16:creationId xmlns:a16="http://schemas.microsoft.com/office/drawing/2014/main" id="{1B29D5B9-60B5-D9D7-A56F-AEA4033EC180}"/>
              </a:ext>
            </a:extLst>
          </p:cNvPr>
          <p:cNvSpPr/>
          <p:nvPr/>
        </p:nvSpPr>
        <p:spPr>
          <a:xfrm flipH="1">
            <a:off x="0" y="0"/>
            <a:ext cx="4379052" cy="6879390"/>
          </a:xfrm>
          <a:custGeom>
            <a:avLst/>
            <a:gdLst>
              <a:gd name="connsiteX0" fmla="*/ 2544803 w 4702526"/>
              <a:gd name="connsiteY0" fmla="*/ 0 h 6858000"/>
              <a:gd name="connsiteX1" fmla="*/ 2683226 w 4702526"/>
              <a:gd name="connsiteY1" fmla="*/ 0 h 6858000"/>
              <a:gd name="connsiteX2" fmla="*/ 2856973 w 4702526"/>
              <a:gd name="connsiteY2" fmla="*/ 0 h 6858000"/>
              <a:gd name="connsiteX3" fmla="*/ 4702526 w 4702526"/>
              <a:gd name="connsiteY3" fmla="*/ 0 h 6858000"/>
              <a:gd name="connsiteX4" fmla="*/ 4702526 w 4702526"/>
              <a:gd name="connsiteY4" fmla="*/ 1845553 h 6858000"/>
              <a:gd name="connsiteX5" fmla="*/ 4702526 w 4702526"/>
              <a:gd name="connsiteY5" fmla="*/ 5012449 h 6858000"/>
              <a:gd name="connsiteX6" fmla="*/ 4702526 w 4702526"/>
              <a:gd name="connsiteY6" fmla="*/ 6858000 h 6858000"/>
              <a:gd name="connsiteX7" fmla="*/ 2856974 w 4702526"/>
              <a:gd name="connsiteY7" fmla="*/ 6858000 h 6858000"/>
              <a:gd name="connsiteX8" fmla="*/ 2683226 w 4702526"/>
              <a:gd name="connsiteY8" fmla="*/ 6858000 h 6858000"/>
              <a:gd name="connsiteX9" fmla="*/ 2544801 w 4702526"/>
              <a:gd name="connsiteY9" fmla="*/ 6858000 h 6858000"/>
              <a:gd name="connsiteX10" fmla="*/ 625224 w 4702526"/>
              <a:gd name="connsiteY10" fmla="*/ 4938422 h 6858000"/>
              <a:gd name="connsiteX11" fmla="*/ 625224 w 4702526"/>
              <a:gd name="connsiteY11" fmla="*/ 1919580 h 6858000"/>
              <a:gd name="connsiteX0" fmla="*/ 2431214 w 4588937"/>
              <a:gd name="connsiteY0" fmla="*/ 0 h 6858000"/>
              <a:gd name="connsiteX1" fmla="*/ 2569637 w 4588937"/>
              <a:gd name="connsiteY1" fmla="*/ 0 h 6858000"/>
              <a:gd name="connsiteX2" fmla="*/ 2743384 w 4588937"/>
              <a:gd name="connsiteY2" fmla="*/ 0 h 6858000"/>
              <a:gd name="connsiteX3" fmla="*/ 4588937 w 4588937"/>
              <a:gd name="connsiteY3" fmla="*/ 0 h 6858000"/>
              <a:gd name="connsiteX4" fmla="*/ 4588937 w 4588937"/>
              <a:gd name="connsiteY4" fmla="*/ 1845553 h 6858000"/>
              <a:gd name="connsiteX5" fmla="*/ 4588937 w 4588937"/>
              <a:gd name="connsiteY5" fmla="*/ 5012449 h 6858000"/>
              <a:gd name="connsiteX6" fmla="*/ 4588937 w 4588937"/>
              <a:gd name="connsiteY6" fmla="*/ 6858000 h 6858000"/>
              <a:gd name="connsiteX7" fmla="*/ 2743385 w 4588937"/>
              <a:gd name="connsiteY7" fmla="*/ 6858000 h 6858000"/>
              <a:gd name="connsiteX8" fmla="*/ 2569637 w 4588937"/>
              <a:gd name="connsiteY8" fmla="*/ 6858000 h 6858000"/>
              <a:gd name="connsiteX9" fmla="*/ 2431212 w 4588937"/>
              <a:gd name="connsiteY9" fmla="*/ 6858000 h 6858000"/>
              <a:gd name="connsiteX10" fmla="*/ 511635 w 4588937"/>
              <a:gd name="connsiteY10" fmla="*/ 4938422 h 6858000"/>
              <a:gd name="connsiteX11" fmla="*/ 767908 w 4588937"/>
              <a:gd name="connsiteY11" fmla="*/ 1548105 h 6858000"/>
              <a:gd name="connsiteX12" fmla="*/ 2431214 w 4588937"/>
              <a:gd name="connsiteY12" fmla="*/ 0 h 6858000"/>
              <a:gd name="connsiteX0" fmla="*/ 2325881 w 4483604"/>
              <a:gd name="connsiteY0" fmla="*/ 0 h 6858000"/>
              <a:gd name="connsiteX1" fmla="*/ 2464304 w 4483604"/>
              <a:gd name="connsiteY1" fmla="*/ 0 h 6858000"/>
              <a:gd name="connsiteX2" fmla="*/ 2638051 w 4483604"/>
              <a:gd name="connsiteY2" fmla="*/ 0 h 6858000"/>
              <a:gd name="connsiteX3" fmla="*/ 4483604 w 4483604"/>
              <a:gd name="connsiteY3" fmla="*/ 0 h 6858000"/>
              <a:gd name="connsiteX4" fmla="*/ 4483604 w 4483604"/>
              <a:gd name="connsiteY4" fmla="*/ 1845553 h 6858000"/>
              <a:gd name="connsiteX5" fmla="*/ 4483604 w 4483604"/>
              <a:gd name="connsiteY5" fmla="*/ 5012449 h 6858000"/>
              <a:gd name="connsiteX6" fmla="*/ 4483604 w 4483604"/>
              <a:gd name="connsiteY6" fmla="*/ 6858000 h 6858000"/>
              <a:gd name="connsiteX7" fmla="*/ 2638052 w 4483604"/>
              <a:gd name="connsiteY7" fmla="*/ 6858000 h 6858000"/>
              <a:gd name="connsiteX8" fmla="*/ 2464304 w 4483604"/>
              <a:gd name="connsiteY8" fmla="*/ 6858000 h 6858000"/>
              <a:gd name="connsiteX9" fmla="*/ 2325879 w 4483604"/>
              <a:gd name="connsiteY9" fmla="*/ 6858000 h 6858000"/>
              <a:gd name="connsiteX10" fmla="*/ 406302 w 4483604"/>
              <a:gd name="connsiteY10" fmla="*/ 4938422 h 6858000"/>
              <a:gd name="connsiteX11" fmla="*/ 662575 w 4483604"/>
              <a:gd name="connsiteY11" fmla="*/ 1548105 h 6858000"/>
              <a:gd name="connsiteX12" fmla="*/ 2325881 w 4483604"/>
              <a:gd name="connsiteY12" fmla="*/ 0 h 6858000"/>
              <a:gd name="connsiteX0" fmla="*/ 2325881 w 4483604"/>
              <a:gd name="connsiteY0" fmla="*/ 0 h 6858000"/>
              <a:gd name="connsiteX1" fmla="*/ 2464304 w 4483604"/>
              <a:gd name="connsiteY1" fmla="*/ 0 h 6858000"/>
              <a:gd name="connsiteX2" fmla="*/ 2638051 w 4483604"/>
              <a:gd name="connsiteY2" fmla="*/ 0 h 6858000"/>
              <a:gd name="connsiteX3" fmla="*/ 4483604 w 4483604"/>
              <a:gd name="connsiteY3" fmla="*/ 0 h 6858000"/>
              <a:gd name="connsiteX4" fmla="*/ 4483604 w 4483604"/>
              <a:gd name="connsiteY4" fmla="*/ 1845553 h 6858000"/>
              <a:gd name="connsiteX5" fmla="*/ 4483604 w 4483604"/>
              <a:gd name="connsiteY5" fmla="*/ 5012449 h 6858000"/>
              <a:gd name="connsiteX6" fmla="*/ 4483604 w 4483604"/>
              <a:gd name="connsiteY6" fmla="*/ 6858000 h 6858000"/>
              <a:gd name="connsiteX7" fmla="*/ 2638052 w 4483604"/>
              <a:gd name="connsiteY7" fmla="*/ 6858000 h 6858000"/>
              <a:gd name="connsiteX8" fmla="*/ 2464304 w 4483604"/>
              <a:gd name="connsiteY8" fmla="*/ 6858000 h 6858000"/>
              <a:gd name="connsiteX9" fmla="*/ 2325879 w 4483604"/>
              <a:gd name="connsiteY9" fmla="*/ 6858000 h 6858000"/>
              <a:gd name="connsiteX10" fmla="*/ 406302 w 4483604"/>
              <a:gd name="connsiteY10" fmla="*/ 4938422 h 6858000"/>
              <a:gd name="connsiteX11" fmla="*/ 662575 w 4483604"/>
              <a:gd name="connsiteY11" fmla="*/ 1548105 h 6858000"/>
              <a:gd name="connsiteX12" fmla="*/ 2325881 w 4483604"/>
              <a:gd name="connsiteY12" fmla="*/ 0 h 6858000"/>
              <a:gd name="connsiteX0" fmla="*/ 2235120 w 4392843"/>
              <a:gd name="connsiteY0" fmla="*/ 0 h 6858000"/>
              <a:gd name="connsiteX1" fmla="*/ 2373543 w 4392843"/>
              <a:gd name="connsiteY1" fmla="*/ 0 h 6858000"/>
              <a:gd name="connsiteX2" fmla="*/ 2547290 w 4392843"/>
              <a:gd name="connsiteY2" fmla="*/ 0 h 6858000"/>
              <a:gd name="connsiteX3" fmla="*/ 4392843 w 4392843"/>
              <a:gd name="connsiteY3" fmla="*/ 0 h 6858000"/>
              <a:gd name="connsiteX4" fmla="*/ 4392843 w 4392843"/>
              <a:gd name="connsiteY4" fmla="*/ 1845553 h 6858000"/>
              <a:gd name="connsiteX5" fmla="*/ 4392843 w 4392843"/>
              <a:gd name="connsiteY5" fmla="*/ 5012449 h 6858000"/>
              <a:gd name="connsiteX6" fmla="*/ 4392843 w 4392843"/>
              <a:gd name="connsiteY6" fmla="*/ 6858000 h 6858000"/>
              <a:gd name="connsiteX7" fmla="*/ 2547291 w 4392843"/>
              <a:gd name="connsiteY7" fmla="*/ 6858000 h 6858000"/>
              <a:gd name="connsiteX8" fmla="*/ 2373543 w 4392843"/>
              <a:gd name="connsiteY8" fmla="*/ 6858000 h 6858000"/>
              <a:gd name="connsiteX9" fmla="*/ 2235118 w 4392843"/>
              <a:gd name="connsiteY9" fmla="*/ 6858000 h 6858000"/>
              <a:gd name="connsiteX10" fmla="*/ 315541 w 4392843"/>
              <a:gd name="connsiteY10" fmla="*/ 4938422 h 6858000"/>
              <a:gd name="connsiteX11" fmla="*/ 571814 w 4392843"/>
              <a:gd name="connsiteY11" fmla="*/ 1548105 h 6858000"/>
              <a:gd name="connsiteX12" fmla="*/ 2235120 w 4392843"/>
              <a:gd name="connsiteY12" fmla="*/ 0 h 6858000"/>
              <a:gd name="connsiteX0" fmla="*/ 2027637 w 4185360"/>
              <a:gd name="connsiteY0" fmla="*/ 0 h 6858000"/>
              <a:gd name="connsiteX1" fmla="*/ 2166060 w 4185360"/>
              <a:gd name="connsiteY1" fmla="*/ 0 h 6858000"/>
              <a:gd name="connsiteX2" fmla="*/ 2339807 w 4185360"/>
              <a:gd name="connsiteY2" fmla="*/ 0 h 6858000"/>
              <a:gd name="connsiteX3" fmla="*/ 4185360 w 4185360"/>
              <a:gd name="connsiteY3" fmla="*/ 0 h 6858000"/>
              <a:gd name="connsiteX4" fmla="*/ 4185360 w 4185360"/>
              <a:gd name="connsiteY4" fmla="*/ 1845553 h 6858000"/>
              <a:gd name="connsiteX5" fmla="*/ 4185360 w 4185360"/>
              <a:gd name="connsiteY5" fmla="*/ 5012449 h 6858000"/>
              <a:gd name="connsiteX6" fmla="*/ 4185360 w 4185360"/>
              <a:gd name="connsiteY6" fmla="*/ 6858000 h 6858000"/>
              <a:gd name="connsiteX7" fmla="*/ 2339808 w 4185360"/>
              <a:gd name="connsiteY7" fmla="*/ 6858000 h 6858000"/>
              <a:gd name="connsiteX8" fmla="*/ 2166060 w 4185360"/>
              <a:gd name="connsiteY8" fmla="*/ 6858000 h 6858000"/>
              <a:gd name="connsiteX9" fmla="*/ 2027635 w 4185360"/>
              <a:gd name="connsiteY9" fmla="*/ 6858000 h 6858000"/>
              <a:gd name="connsiteX10" fmla="*/ 375473 w 4185360"/>
              <a:gd name="connsiteY10" fmla="*/ 6167147 h 6858000"/>
              <a:gd name="connsiteX11" fmla="*/ 364331 w 4185360"/>
              <a:gd name="connsiteY11" fmla="*/ 1548105 h 6858000"/>
              <a:gd name="connsiteX12" fmla="*/ 2027637 w 4185360"/>
              <a:gd name="connsiteY12" fmla="*/ 0 h 6858000"/>
              <a:gd name="connsiteX0" fmla="*/ 2027637 w 4185360"/>
              <a:gd name="connsiteY0" fmla="*/ 0 h 6858000"/>
              <a:gd name="connsiteX1" fmla="*/ 2166060 w 4185360"/>
              <a:gd name="connsiteY1" fmla="*/ 0 h 6858000"/>
              <a:gd name="connsiteX2" fmla="*/ 2339807 w 4185360"/>
              <a:gd name="connsiteY2" fmla="*/ 0 h 6858000"/>
              <a:gd name="connsiteX3" fmla="*/ 4185360 w 4185360"/>
              <a:gd name="connsiteY3" fmla="*/ 0 h 6858000"/>
              <a:gd name="connsiteX4" fmla="*/ 4185360 w 4185360"/>
              <a:gd name="connsiteY4" fmla="*/ 1845553 h 6858000"/>
              <a:gd name="connsiteX5" fmla="*/ 4185360 w 4185360"/>
              <a:gd name="connsiteY5" fmla="*/ 5012449 h 6858000"/>
              <a:gd name="connsiteX6" fmla="*/ 4185360 w 4185360"/>
              <a:gd name="connsiteY6" fmla="*/ 6858000 h 6858000"/>
              <a:gd name="connsiteX7" fmla="*/ 2339808 w 4185360"/>
              <a:gd name="connsiteY7" fmla="*/ 6858000 h 6858000"/>
              <a:gd name="connsiteX8" fmla="*/ 2166060 w 4185360"/>
              <a:gd name="connsiteY8" fmla="*/ 6858000 h 6858000"/>
              <a:gd name="connsiteX9" fmla="*/ 2027635 w 4185360"/>
              <a:gd name="connsiteY9" fmla="*/ 6858000 h 6858000"/>
              <a:gd name="connsiteX10" fmla="*/ 375473 w 4185360"/>
              <a:gd name="connsiteY10" fmla="*/ 6167147 h 6858000"/>
              <a:gd name="connsiteX11" fmla="*/ 364331 w 4185360"/>
              <a:gd name="connsiteY11" fmla="*/ 1548105 h 6858000"/>
              <a:gd name="connsiteX12" fmla="*/ 2027637 w 4185360"/>
              <a:gd name="connsiteY12" fmla="*/ 0 h 6858000"/>
              <a:gd name="connsiteX0" fmla="*/ 2401815 w 4559538"/>
              <a:gd name="connsiteY0" fmla="*/ 0 h 6858000"/>
              <a:gd name="connsiteX1" fmla="*/ 2540238 w 4559538"/>
              <a:gd name="connsiteY1" fmla="*/ 0 h 6858000"/>
              <a:gd name="connsiteX2" fmla="*/ 2713985 w 4559538"/>
              <a:gd name="connsiteY2" fmla="*/ 0 h 6858000"/>
              <a:gd name="connsiteX3" fmla="*/ 4559538 w 4559538"/>
              <a:gd name="connsiteY3" fmla="*/ 0 h 6858000"/>
              <a:gd name="connsiteX4" fmla="*/ 4559538 w 4559538"/>
              <a:gd name="connsiteY4" fmla="*/ 1845553 h 6858000"/>
              <a:gd name="connsiteX5" fmla="*/ 4559538 w 4559538"/>
              <a:gd name="connsiteY5" fmla="*/ 5012449 h 6858000"/>
              <a:gd name="connsiteX6" fmla="*/ 4559538 w 4559538"/>
              <a:gd name="connsiteY6" fmla="*/ 6858000 h 6858000"/>
              <a:gd name="connsiteX7" fmla="*/ 2713986 w 4559538"/>
              <a:gd name="connsiteY7" fmla="*/ 6858000 h 6858000"/>
              <a:gd name="connsiteX8" fmla="*/ 2540238 w 4559538"/>
              <a:gd name="connsiteY8" fmla="*/ 6858000 h 6858000"/>
              <a:gd name="connsiteX9" fmla="*/ 2401813 w 4559538"/>
              <a:gd name="connsiteY9" fmla="*/ 6858000 h 6858000"/>
              <a:gd name="connsiteX10" fmla="*/ 281675 w 4559538"/>
              <a:gd name="connsiteY10" fmla="*/ 6157622 h 6858000"/>
              <a:gd name="connsiteX11" fmla="*/ 738509 w 4559538"/>
              <a:gd name="connsiteY11" fmla="*/ 1548105 h 6858000"/>
              <a:gd name="connsiteX12" fmla="*/ 2401815 w 4559538"/>
              <a:gd name="connsiteY12" fmla="*/ 0 h 6858000"/>
              <a:gd name="connsiteX0" fmla="*/ 2243868 w 4401591"/>
              <a:gd name="connsiteY0" fmla="*/ 0 h 6858000"/>
              <a:gd name="connsiteX1" fmla="*/ 2382291 w 4401591"/>
              <a:gd name="connsiteY1" fmla="*/ 0 h 6858000"/>
              <a:gd name="connsiteX2" fmla="*/ 2556038 w 4401591"/>
              <a:gd name="connsiteY2" fmla="*/ 0 h 6858000"/>
              <a:gd name="connsiteX3" fmla="*/ 4401591 w 4401591"/>
              <a:gd name="connsiteY3" fmla="*/ 0 h 6858000"/>
              <a:gd name="connsiteX4" fmla="*/ 4401591 w 4401591"/>
              <a:gd name="connsiteY4" fmla="*/ 1845553 h 6858000"/>
              <a:gd name="connsiteX5" fmla="*/ 4401591 w 4401591"/>
              <a:gd name="connsiteY5" fmla="*/ 5012449 h 6858000"/>
              <a:gd name="connsiteX6" fmla="*/ 4401591 w 4401591"/>
              <a:gd name="connsiteY6" fmla="*/ 6858000 h 6858000"/>
              <a:gd name="connsiteX7" fmla="*/ 2556039 w 4401591"/>
              <a:gd name="connsiteY7" fmla="*/ 6858000 h 6858000"/>
              <a:gd name="connsiteX8" fmla="*/ 2382291 w 4401591"/>
              <a:gd name="connsiteY8" fmla="*/ 6858000 h 6858000"/>
              <a:gd name="connsiteX9" fmla="*/ 2243866 w 4401591"/>
              <a:gd name="connsiteY9" fmla="*/ 6858000 h 6858000"/>
              <a:gd name="connsiteX10" fmla="*/ 123728 w 4401591"/>
              <a:gd name="connsiteY10" fmla="*/ 6157622 h 6858000"/>
              <a:gd name="connsiteX11" fmla="*/ 580562 w 4401591"/>
              <a:gd name="connsiteY11" fmla="*/ 1548105 h 6858000"/>
              <a:gd name="connsiteX12" fmla="*/ 2243868 w 4401591"/>
              <a:gd name="connsiteY12" fmla="*/ 0 h 6858000"/>
              <a:gd name="connsiteX0" fmla="*/ 2530294 w 4688017"/>
              <a:gd name="connsiteY0" fmla="*/ 0 h 6858000"/>
              <a:gd name="connsiteX1" fmla="*/ 2668717 w 4688017"/>
              <a:gd name="connsiteY1" fmla="*/ 0 h 6858000"/>
              <a:gd name="connsiteX2" fmla="*/ 2842464 w 4688017"/>
              <a:gd name="connsiteY2" fmla="*/ 0 h 6858000"/>
              <a:gd name="connsiteX3" fmla="*/ 4688017 w 4688017"/>
              <a:gd name="connsiteY3" fmla="*/ 0 h 6858000"/>
              <a:gd name="connsiteX4" fmla="*/ 4688017 w 4688017"/>
              <a:gd name="connsiteY4" fmla="*/ 1845553 h 6858000"/>
              <a:gd name="connsiteX5" fmla="*/ 4688017 w 4688017"/>
              <a:gd name="connsiteY5" fmla="*/ 5012449 h 6858000"/>
              <a:gd name="connsiteX6" fmla="*/ 4688017 w 4688017"/>
              <a:gd name="connsiteY6" fmla="*/ 6858000 h 6858000"/>
              <a:gd name="connsiteX7" fmla="*/ 2842465 w 4688017"/>
              <a:gd name="connsiteY7" fmla="*/ 6858000 h 6858000"/>
              <a:gd name="connsiteX8" fmla="*/ 2668717 w 4688017"/>
              <a:gd name="connsiteY8" fmla="*/ 6858000 h 6858000"/>
              <a:gd name="connsiteX9" fmla="*/ 2530292 w 4688017"/>
              <a:gd name="connsiteY9" fmla="*/ 6858000 h 6858000"/>
              <a:gd name="connsiteX10" fmla="*/ 98170 w 4688017"/>
              <a:gd name="connsiteY10" fmla="*/ 4986047 h 6858000"/>
              <a:gd name="connsiteX11" fmla="*/ 866988 w 4688017"/>
              <a:gd name="connsiteY11" fmla="*/ 1548105 h 6858000"/>
              <a:gd name="connsiteX12" fmla="*/ 2530294 w 4688017"/>
              <a:gd name="connsiteY12" fmla="*/ 0 h 6858000"/>
              <a:gd name="connsiteX0" fmla="*/ 2530294 w 4688017"/>
              <a:gd name="connsiteY0" fmla="*/ 0 h 6858000"/>
              <a:gd name="connsiteX1" fmla="*/ 2668717 w 4688017"/>
              <a:gd name="connsiteY1" fmla="*/ 0 h 6858000"/>
              <a:gd name="connsiteX2" fmla="*/ 2842464 w 4688017"/>
              <a:gd name="connsiteY2" fmla="*/ 0 h 6858000"/>
              <a:gd name="connsiteX3" fmla="*/ 4688017 w 4688017"/>
              <a:gd name="connsiteY3" fmla="*/ 0 h 6858000"/>
              <a:gd name="connsiteX4" fmla="*/ 4688017 w 4688017"/>
              <a:gd name="connsiteY4" fmla="*/ 1845553 h 6858000"/>
              <a:gd name="connsiteX5" fmla="*/ 4688017 w 4688017"/>
              <a:gd name="connsiteY5" fmla="*/ 5012449 h 6858000"/>
              <a:gd name="connsiteX6" fmla="*/ 4688017 w 4688017"/>
              <a:gd name="connsiteY6" fmla="*/ 6858000 h 6858000"/>
              <a:gd name="connsiteX7" fmla="*/ 2842465 w 4688017"/>
              <a:gd name="connsiteY7" fmla="*/ 6858000 h 6858000"/>
              <a:gd name="connsiteX8" fmla="*/ 2668717 w 4688017"/>
              <a:gd name="connsiteY8" fmla="*/ 6858000 h 6858000"/>
              <a:gd name="connsiteX9" fmla="*/ 2530292 w 4688017"/>
              <a:gd name="connsiteY9" fmla="*/ 6858000 h 6858000"/>
              <a:gd name="connsiteX10" fmla="*/ 98170 w 4688017"/>
              <a:gd name="connsiteY10" fmla="*/ 4986047 h 6858000"/>
              <a:gd name="connsiteX11" fmla="*/ 866988 w 4688017"/>
              <a:gd name="connsiteY11" fmla="*/ 1548105 h 6858000"/>
              <a:gd name="connsiteX12" fmla="*/ 2530294 w 4688017"/>
              <a:gd name="connsiteY12" fmla="*/ 0 h 6858000"/>
              <a:gd name="connsiteX0" fmla="*/ 2526130 w 4683853"/>
              <a:gd name="connsiteY0" fmla="*/ 0 h 6858000"/>
              <a:gd name="connsiteX1" fmla="*/ 2664553 w 4683853"/>
              <a:gd name="connsiteY1" fmla="*/ 0 h 6858000"/>
              <a:gd name="connsiteX2" fmla="*/ 2838300 w 4683853"/>
              <a:gd name="connsiteY2" fmla="*/ 0 h 6858000"/>
              <a:gd name="connsiteX3" fmla="*/ 4683853 w 4683853"/>
              <a:gd name="connsiteY3" fmla="*/ 0 h 6858000"/>
              <a:gd name="connsiteX4" fmla="*/ 4683853 w 4683853"/>
              <a:gd name="connsiteY4" fmla="*/ 1845553 h 6858000"/>
              <a:gd name="connsiteX5" fmla="*/ 4683853 w 4683853"/>
              <a:gd name="connsiteY5" fmla="*/ 5012449 h 6858000"/>
              <a:gd name="connsiteX6" fmla="*/ 4683853 w 4683853"/>
              <a:gd name="connsiteY6" fmla="*/ 6858000 h 6858000"/>
              <a:gd name="connsiteX7" fmla="*/ 2838301 w 4683853"/>
              <a:gd name="connsiteY7" fmla="*/ 6858000 h 6858000"/>
              <a:gd name="connsiteX8" fmla="*/ 2664553 w 4683853"/>
              <a:gd name="connsiteY8" fmla="*/ 6858000 h 6858000"/>
              <a:gd name="connsiteX9" fmla="*/ 2526128 w 4683853"/>
              <a:gd name="connsiteY9" fmla="*/ 6858000 h 6858000"/>
              <a:gd name="connsiteX10" fmla="*/ 94006 w 4683853"/>
              <a:gd name="connsiteY10" fmla="*/ 4986047 h 6858000"/>
              <a:gd name="connsiteX11" fmla="*/ 929678 w 4683853"/>
              <a:gd name="connsiteY11" fmla="*/ 1395705 h 6858000"/>
              <a:gd name="connsiteX12" fmla="*/ 2526130 w 4683853"/>
              <a:gd name="connsiteY12" fmla="*/ 0 h 6858000"/>
              <a:gd name="connsiteX0" fmla="*/ 2526130 w 4683853"/>
              <a:gd name="connsiteY0" fmla="*/ 0 h 6858000"/>
              <a:gd name="connsiteX1" fmla="*/ 2664553 w 4683853"/>
              <a:gd name="connsiteY1" fmla="*/ 0 h 6858000"/>
              <a:gd name="connsiteX2" fmla="*/ 2838300 w 4683853"/>
              <a:gd name="connsiteY2" fmla="*/ 0 h 6858000"/>
              <a:gd name="connsiteX3" fmla="*/ 4683853 w 4683853"/>
              <a:gd name="connsiteY3" fmla="*/ 0 h 6858000"/>
              <a:gd name="connsiteX4" fmla="*/ 4683853 w 4683853"/>
              <a:gd name="connsiteY4" fmla="*/ 1845553 h 6858000"/>
              <a:gd name="connsiteX5" fmla="*/ 4683853 w 4683853"/>
              <a:gd name="connsiteY5" fmla="*/ 5012449 h 6858000"/>
              <a:gd name="connsiteX6" fmla="*/ 4683853 w 4683853"/>
              <a:gd name="connsiteY6" fmla="*/ 6858000 h 6858000"/>
              <a:gd name="connsiteX7" fmla="*/ 2838301 w 4683853"/>
              <a:gd name="connsiteY7" fmla="*/ 6858000 h 6858000"/>
              <a:gd name="connsiteX8" fmla="*/ 2664553 w 4683853"/>
              <a:gd name="connsiteY8" fmla="*/ 6858000 h 6858000"/>
              <a:gd name="connsiteX9" fmla="*/ 2526128 w 4683853"/>
              <a:gd name="connsiteY9" fmla="*/ 6858000 h 6858000"/>
              <a:gd name="connsiteX10" fmla="*/ 94006 w 4683853"/>
              <a:gd name="connsiteY10" fmla="*/ 4986047 h 6858000"/>
              <a:gd name="connsiteX11" fmla="*/ 929678 w 4683853"/>
              <a:gd name="connsiteY11" fmla="*/ 1395705 h 6858000"/>
              <a:gd name="connsiteX12" fmla="*/ 2526130 w 4683853"/>
              <a:gd name="connsiteY12" fmla="*/ 0 h 6858000"/>
              <a:gd name="connsiteX0" fmla="*/ 2526130 w 4683853"/>
              <a:gd name="connsiteY0" fmla="*/ 1753 h 6859753"/>
              <a:gd name="connsiteX1" fmla="*/ 2664553 w 4683853"/>
              <a:gd name="connsiteY1" fmla="*/ 1753 h 6859753"/>
              <a:gd name="connsiteX2" fmla="*/ 2838300 w 4683853"/>
              <a:gd name="connsiteY2" fmla="*/ 1753 h 6859753"/>
              <a:gd name="connsiteX3" fmla="*/ 4683853 w 4683853"/>
              <a:gd name="connsiteY3" fmla="*/ 1753 h 6859753"/>
              <a:gd name="connsiteX4" fmla="*/ 4683853 w 4683853"/>
              <a:gd name="connsiteY4" fmla="*/ 1847306 h 6859753"/>
              <a:gd name="connsiteX5" fmla="*/ 4683853 w 4683853"/>
              <a:gd name="connsiteY5" fmla="*/ 5014202 h 6859753"/>
              <a:gd name="connsiteX6" fmla="*/ 4683853 w 4683853"/>
              <a:gd name="connsiteY6" fmla="*/ 6859753 h 6859753"/>
              <a:gd name="connsiteX7" fmla="*/ 2838301 w 4683853"/>
              <a:gd name="connsiteY7" fmla="*/ 6859753 h 6859753"/>
              <a:gd name="connsiteX8" fmla="*/ 2664553 w 4683853"/>
              <a:gd name="connsiteY8" fmla="*/ 6859753 h 6859753"/>
              <a:gd name="connsiteX9" fmla="*/ 2526128 w 4683853"/>
              <a:gd name="connsiteY9" fmla="*/ 6859753 h 6859753"/>
              <a:gd name="connsiteX10" fmla="*/ 94006 w 4683853"/>
              <a:gd name="connsiteY10" fmla="*/ 4987800 h 6859753"/>
              <a:gd name="connsiteX11" fmla="*/ 929678 w 4683853"/>
              <a:gd name="connsiteY11" fmla="*/ 1397458 h 6859753"/>
              <a:gd name="connsiteX12" fmla="*/ 2526130 w 4683853"/>
              <a:gd name="connsiteY12" fmla="*/ 1753 h 6859753"/>
              <a:gd name="connsiteX0" fmla="*/ 3015581 w 5173304"/>
              <a:gd name="connsiteY0" fmla="*/ 1753 h 6859753"/>
              <a:gd name="connsiteX1" fmla="*/ 3154004 w 5173304"/>
              <a:gd name="connsiteY1" fmla="*/ 1753 h 6859753"/>
              <a:gd name="connsiteX2" fmla="*/ 3327751 w 5173304"/>
              <a:gd name="connsiteY2" fmla="*/ 1753 h 6859753"/>
              <a:gd name="connsiteX3" fmla="*/ 5173304 w 5173304"/>
              <a:gd name="connsiteY3" fmla="*/ 1753 h 6859753"/>
              <a:gd name="connsiteX4" fmla="*/ 5173304 w 5173304"/>
              <a:gd name="connsiteY4" fmla="*/ 1847306 h 6859753"/>
              <a:gd name="connsiteX5" fmla="*/ 5173304 w 5173304"/>
              <a:gd name="connsiteY5" fmla="*/ 5014202 h 6859753"/>
              <a:gd name="connsiteX6" fmla="*/ 5173304 w 5173304"/>
              <a:gd name="connsiteY6" fmla="*/ 6859753 h 6859753"/>
              <a:gd name="connsiteX7" fmla="*/ 3327752 w 5173304"/>
              <a:gd name="connsiteY7" fmla="*/ 6859753 h 6859753"/>
              <a:gd name="connsiteX8" fmla="*/ 3154004 w 5173304"/>
              <a:gd name="connsiteY8" fmla="*/ 6859753 h 6859753"/>
              <a:gd name="connsiteX9" fmla="*/ 3015579 w 5173304"/>
              <a:gd name="connsiteY9" fmla="*/ 6859753 h 6859753"/>
              <a:gd name="connsiteX10" fmla="*/ 70912 w 5173304"/>
              <a:gd name="connsiteY10" fmla="*/ 5254500 h 6859753"/>
              <a:gd name="connsiteX11" fmla="*/ 1419129 w 5173304"/>
              <a:gd name="connsiteY11" fmla="*/ 1397458 h 6859753"/>
              <a:gd name="connsiteX12" fmla="*/ 3015581 w 5173304"/>
              <a:gd name="connsiteY12" fmla="*/ 1753 h 6859753"/>
              <a:gd name="connsiteX0" fmla="*/ 3015581 w 5173304"/>
              <a:gd name="connsiteY0" fmla="*/ 1753 h 6859753"/>
              <a:gd name="connsiteX1" fmla="*/ 3154004 w 5173304"/>
              <a:gd name="connsiteY1" fmla="*/ 1753 h 6859753"/>
              <a:gd name="connsiteX2" fmla="*/ 3327751 w 5173304"/>
              <a:gd name="connsiteY2" fmla="*/ 1753 h 6859753"/>
              <a:gd name="connsiteX3" fmla="*/ 5173304 w 5173304"/>
              <a:gd name="connsiteY3" fmla="*/ 1753 h 6859753"/>
              <a:gd name="connsiteX4" fmla="*/ 5173304 w 5173304"/>
              <a:gd name="connsiteY4" fmla="*/ 1847306 h 6859753"/>
              <a:gd name="connsiteX5" fmla="*/ 5173304 w 5173304"/>
              <a:gd name="connsiteY5" fmla="*/ 5014202 h 6859753"/>
              <a:gd name="connsiteX6" fmla="*/ 5173304 w 5173304"/>
              <a:gd name="connsiteY6" fmla="*/ 6859753 h 6859753"/>
              <a:gd name="connsiteX7" fmla="*/ 3327752 w 5173304"/>
              <a:gd name="connsiteY7" fmla="*/ 6859753 h 6859753"/>
              <a:gd name="connsiteX8" fmla="*/ 3154004 w 5173304"/>
              <a:gd name="connsiteY8" fmla="*/ 6859753 h 6859753"/>
              <a:gd name="connsiteX9" fmla="*/ 3015579 w 5173304"/>
              <a:gd name="connsiteY9" fmla="*/ 6859753 h 6859753"/>
              <a:gd name="connsiteX10" fmla="*/ 70912 w 5173304"/>
              <a:gd name="connsiteY10" fmla="*/ 5254500 h 6859753"/>
              <a:gd name="connsiteX11" fmla="*/ 1419129 w 5173304"/>
              <a:gd name="connsiteY11" fmla="*/ 1397458 h 6859753"/>
              <a:gd name="connsiteX12" fmla="*/ 3015581 w 5173304"/>
              <a:gd name="connsiteY12" fmla="*/ 1753 h 6859753"/>
              <a:gd name="connsiteX0" fmla="*/ 3029652 w 5187375"/>
              <a:gd name="connsiteY0" fmla="*/ 13804 h 6871804"/>
              <a:gd name="connsiteX1" fmla="*/ 3168075 w 5187375"/>
              <a:gd name="connsiteY1" fmla="*/ 13804 h 6871804"/>
              <a:gd name="connsiteX2" fmla="*/ 3341822 w 5187375"/>
              <a:gd name="connsiteY2" fmla="*/ 13804 h 6871804"/>
              <a:gd name="connsiteX3" fmla="*/ 5187375 w 5187375"/>
              <a:gd name="connsiteY3" fmla="*/ 13804 h 6871804"/>
              <a:gd name="connsiteX4" fmla="*/ 5187375 w 5187375"/>
              <a:gd name="connsiteY4" fmla="*/ 1859357 h 6871804"/>
              <a:gd name="connsiteX5" fmla="*/ 5187375 w 5187375"/>
              <a:gd name="connsiteY5" fmla="*/ 5026253 h 6871804"/>
              <a:gd name="connsiteX6" fmla="*/ 5187375 w 5187375"/>
              <a:gd name="connsiteY6" fmla="*/ 6871804 h 6871804"/>
              <a:gd name="connsiteX7" fmla="*/ 3341823 w 5187375"/>
              <a:gd name="connsiteY7" fmla="*/ 6871804 h 6871804"/>
              <a:gd name="connsiteX8" fmla="*/ 3168075 w 5187375"/>
              <a:gd name="connsiteY8" fmla="*/ 6871804 h 6871804"/>
              <a:gd name="connsiteX9" fmla="*/ 3029650 w 5187375"/>
              <a:gd name="connsiteY9" fmla="*/ 6871804 h 6871804"/>
              <a:gd name="connsiteX10" fmla="*/ 84983 w 5187375"/>
              <a:gd name="connsiteY10" fmla="*/ 5266551 h 6871804"/>
              <a:gd name="connsiteX11" fmla="*/ 1087790 w 5187375"/>
              <a:gd name="connsiteY11" fmla="*/ 1285684 h 6871804"/>
              <a:gd name="connsiteX12" fmla="*/ 3029652 w 5187375"/>
              <a:gd name="connsiteY12" fmla="*/ 13804 h 6871804"/>
              <a:gd name="connsiteX0" fmla="*/ 3015688 w 5173411"/>
              <a:gd name="connsiteY0" fmla="*/ 13804 h 6871804"/>
              <a:gd name="connsiteX1" fmla="*/ 3154111 w 5173411"/>
              <a:gd name="connsiteY1" fmla="*/ 13804 h 6871804"/>
              <a:gd name="connsiteX2" fmla="*/ 3327858 w 5173411"/>
              <a:gd name="connsiteY2" fmla="*/ 13804 h 6871804"/>
              <a:gd name="connsiteX3" fmla="*/ 5173411 w 5173411"/>
              <a:gd name="connsiteY3" fmla="*/ 13804 h 6871804"/>
              <a:gd name="connsiteX4" fmla="*/ 5173411 w 5173411"/>
              <a:gd name="connsiteY4" fmla="*/ 1859357 h 6871804"/>
              <a:gd name="connsiteX5" fmla="*/ 5173411 w 5173411"/>
              <a:gd name="connsiteY5" fmla="*/ 5026253 h 6871804"/>
              <a:gd name="connsiteX6" fmla="*/ 5173411 w 5173411"/>
              <a:gd name="connsiteY6" fmla="*/ 6871804 h 6871804"/>
              <a:gd name="connsiteX7" fmla="*/ 3327859 w 5173411"/>
              <a:gd name="connsiteY7" fmla="*/ 6871804 h 6871804"/>
              <a:gd name="connsiteX8" fmla="*/ 3154111 w 5173411"/>
              <a:gd name="connsiteY8" fmla="*/ 6871804 h 6871804"/>
              <a:gd name="connsiteX9" fmla="*/ 3015686 w 5173411"/>
              <a:gd name="connsiteY9" fmla="*/ 6871804 h 6871804"/>
              <a:gd name="connsiteX10" fmla="*/ 71019 w 5173411"/>
              <a:gd name="connsiteY10" fmla="*/ 5266551 h 6871804"/>
              <a:gd name="connsiteX11" fmla="*/ 1073826 w 5173411"/>
              <a:gd name="connsiteY11" fmla="*/ 1285684 h 6871804"/>
              <a:gd name="connsiteX12" fmla="*/ 3015688 w 5173411"/>
              <a:gd name="connsiteY12" fmla="*/ 13804 h 6871804"/>
              <a:gd name="connsiteX0" fmla="*/ 3015688 w 5173411"/>
              <a:gd name="connsiteY0" fmla="*/ 13804 h 6871804"/>
              <a:gd name="connsiteX1" fmla="*/ 3154111 w 5173411"/>
              <a:gd name="connsiteY1" fmla="*/ 13804 h 6871804"/>
              <a:gd name="connsiteX2" fmla="*/ 3327858 w 5173411"/>
              <a:gd name="connsiteY2" fmla="*/ 13804 h 6871804"/>
              <a:gd name="connsiteX3" fmla="*/ 5173411 w 5173411"/>
              <a:gd name="connsiteY3" fmla="*/ 13804 h 6871804"/>
              <a:gd name="connsiteX4" fmla="*/ 5173411 w 5173411"/>
              <a:gd name="connsiteY4" fmla="*/ 1859357 h 6871804"/>
              <a:gd name="connsiteX5" fmla="*/ 5173411 w 5173411"/>
              <a:gd name="connsiteY5" fmla="*/ 5026253 h 6871804"/>
              <a:gd name="connsiteX6" fmla="*/ 5173411 w 5173411"/>
              <a:gd name="connsiteY6" fmla="*/ 6871804 h 6871804"/>
              <a:gd name="connsiteX7" fmla="*/ 3327859 w 5173411"/>
              <a:gd name="connsiteY7" fmla="*/ 6871804 h 6871804"/>
              <a:gd name="connsiteX8" fmla="*/ 3154111 w 5173411"/>
              <a:gd name="connsiteY8" fmla="*/ 6871804 h 6871804"/>
              <a:gd name="connsiteX9" fmla="*/ 1199493 w 5173411"/>
              <a:gd name="connsiteY9" fmla="*/ 6871804 h 6871804"/>
              <a:gd name="connsiteX10" fmla="*/ 71019 w 5173411"/>
              <a:gd name="connsiteY10" fmla="*/ 5266551 h 6871804"/>
              <a:gd name="connsiteX11" fmla="*/ 1073826 w 5173411"/>
              <a:gd name="connsiteY11" fmla="*/ 1285684 h 6871804"/>
              <a:gd name="connsiteX12" fmla="*/ 3015688 w 5173411"/>
              <a:gd name="connsiteY12" fmla="*/ 13804 h 6871804"/>
              <a:gd name="connsiteX0" fmla="*/ 3015688 w 5173411"/>
              <a:gd name="connsiteY0" fmla="*/ 13804 h 6871804"/>
              <a:gd name="connsiteX1" fmla="*/ 3154111 w 5173411"/>
              <a:gd name="connsiteY1" fmla="*/ 13804 h 6871804"/>
              <a:gd name="connsiteX2" fmla="*/ 3327858 w 5173411"/>
              <a:gd name="connsiteY2" fmla="*/ 13804 h 6871804"/>
              <a:gd name="connsiteX3" fmla="*/ 5173411 w 5173411"/>
              <a:gd name="connsiteY3" fmla="*/ 13804 h 6871804"/>
              <a:gd name="connsiteX4" fmla="*/ 5173411 w 5173411"/>
              <a:gd name="connsiteY4" fmla="*/ 1859357 h 6871804"/>
              <a:gd name="connsiteX5" fmla="*/ 5173411 w 5173411"/>
              <a:gd name="connsiteY5" fmla="*/ 5026253 h 6871804"/>
              <a:gd name="connsiteX6" fmla="*/ 5173411 w 5173411"/>
              <a:gd name="connsiteY6" fmla="*/ 6871804 h 6871804"/>
              <a:gd name="connsiteX7" fmla="*/ 3327859 w 5173411"/>
              <a:gd name="connsiteY7" fmla="*/ 6871804 h 6871804"/>
              <a:gd name="connsiteX8" fmla="*/ 3154111 w 5173411"/>
              <a:gd name="connsiteY8" fmla="*/ 6871804 h 6871804"/>
              <a:gd name="connsiteX9" fmla="*/ 1199493 w 5173411"/>
              <a:gd name="connsiteY9" fmla="*/ 6871804 h 6871804"/>
              <a:gd name="connsiteX10" fmla="*/ 71019 w 5173411"/>
              <a:gd name="connsiteY10" fmla="*/ 5266551 h 6871804"/>
              <a:gd name="connsiteX11" fmla="*/ 1073826 w 5173411"/>
              <a:gd name="connsiteY11" fmla="*/ 1285684 h 6871804"/>
              <a:gd name="connsiteX12" fmla="*/ 3015688 w 5173411"/>
              <a:gd name="connsiteY12" fmla="*/ 13804 h 6871804"/>
              <a:gd name="connsiteX0" fmla="*/ 3015688 w 5173411"/>
              <a:gd name="connsiteY0" fmla="*/ 13804 h 6871804"/>
              <a:gd name="connsiteX1" fmla="*/ 3154111 w 5173411"/>
              <a:gd name="connsiteY1" fmla="*/ 13804 h 6871804"/>
              <a:gd name="connsiteX2" fmla="*/ 3327858 w 5173411"/>
              <a:gd name="connsiteY2" fmla="*/ 13804 h 6871804"/>
              <a:gd name="connsiteX3" fmla="*/ 5173411 w 5173411"/>
              <a:gd name="connsiteY3" fmla="*/ 13804 h 6871804"/>
              <a:gd name="connsiteX4" fmla="*/ 5173411 w 5173411"/>
              <a:gd name="connsiteY4" fmla="*/ 1859357 h 6871804"/>
              <a:gd name="connsiteX5" fmla="*/ 5173411 w 5173411"/>
              <a:gd name="connsiteY5" fmla="*/ 5026253 h 6871804"/>
              <a:gd name="connsiteX6" fmla="*/ 5173411 w 5173411"/>
              <a:gd name="connsiteY6" fmla="*/ 6871804 h 6871804"/>
              <a:gd name="connsiteX7" fmla="*/ 3327859 w 5173411"/>
              <a:gd name="connsiteY7" fmla="*/ 6871804 h 6871804"/>
              <a:gd name="connsiteX8" fmla="*/ 3154111 w 5173411"/>
              <a:gd name="connsiteY8" fmla="*/ 6871804 h 6871804"/>
              <a:gd name="connsiteX9" fmla="*/ 1199493 w 5173411"/>
              <a:gd name="connsiteY9" fmla="*/ 6871804 h 6871804"/>
              <a:gd name="connsiteX10" fmla="*/ 71019 w 5173411"/>
              <a:gd name="connsiteY10" fmla="*/ 5266551 h 6871804"/>
              <a:gd name="connsiteX11" fmla="*/ 1073826 w 5173411"/>
              <a:gd name="connsiteY11" fmla="*/ 1285684 h 6871804"/>
              <a:gd name="connsiteX12" fmla="*/ 3015688 w 5173411"/>
              <a:gd name="connsiteY12" fmla="*/ 13804 h 6871804"/>
              <a:gd name="connsiteX0" fmla="*/ 3015688 w 5173411"/>
              <a:gd name="connsiteY0" fmla="*/ 13804 h 6881329"/>
              <a:gd name="connsiteX1" fmla="*/ 3154111 w 5173411"/>
              <a:gd name="connsiteY1" fmla="*/ 13804 h 6881329"/>
              <a:gd name="connsiteX2" fmla="*/ 3327858 w 5173411"/>
              <a:gd name="connsiteY2" fmla="*/ 13804 h 6881329"/>
              <a:gd name="connsiteX3" fmla="*/ 5173411 w 5173411"/>
              <a:gd name="connsiteY3" fmla="*/ 13804 h 6881329"/>
              <a:gd name="connsiteX4" fmla="*/ 5173411 w 5173411"/>
              <a:gd name="connsiteY4" fmla="*/ 1859357 h 6881329"/>
              <a:gd name="connsiteX5" fmla="*/ 5173411 w 5173411"/>
              <a:gd name="connsiteY5" fmla="*/ 5026253 h 6881329"/>
              <a:gd name="connsiteX6" fmla="*/ 5173411 w 5173411"/>
              <a:gd name="connsiteY6" fmla="*/ 6871804 h 6881329"/>
              <a:gd name="connsiteX7" fmla="*/ 3327859 w 5173411"/>
              <a:gd name="connsiteY7" fmla="*/ 6871804 h 6881329"/>
              <a:gd name="connsiteX8" fmla="*/ 3154111 w 5173411"/>
              <a:gd name="connsiteY8" fmla="*/ 6871804 h 6881329"/>
              <a:gd name="connsiteX9" fmla="*/ 731518 w 5173411"/>
              <a:gd name="connsiteY9" fmla="*/ 6881329 h 6881329"/>
              <a:gd name="connsiteX10" fmla="*/ 71019 w 5173411"/>
              <a:gd name="connsiteY10" fmla="*/ 5266551 h 6881329"/>
              <a:gd name="connsiteX11" fmla="*/ 1073826 w 5173411"/>
              <a:gd name="connsiteY11" fmla="*/ 1285684 h 6881329"/>
              <a:gd name="connsiteX12" fmla="*/ 3015688 w 5173411"/>
              <a:gd name="connsiteY12" fmla="*/ 13804 h 6881329"/>
              <a:gd name="connsiteX0" fmla="*/ 3015688 w 5173411"/>
              <a:gd name="connsiteY0" fmla="*/ 13804 h 6881329"/>
              <a:gd name="connsiteX1" fmla="*/ 3154111 w 5173411"/>
              <a:gd name="connsiteY1" fmla="*/ 13804 h 6881329"/>
              <a:gd name="connsiteX2" fmla="*/ 3327858 w 5173411"/>
              <a:gd name="connsiteY2" fmla="*/ 13804 h 6881329"/>
              <a:gd name="connsiteX3" fmla="*/ 5173411 w 5173411"/>
              <a:gd name="connsiteY3" fmla="*/ 13804 h 6881329"/>
              <a:gd name="connsiteX4" fmla="*/ 5173411 w 5173411"/>
              <a:gd name="connsiteY4" fmla="*/ 1859357 h 6881329"/>
              <a:gd name="connsiteX5" fmla="*/ 5173411 w 5173411"/>
              <a:gd name="connsiteY5" fmla="*/ 5026253 h 6881329"/>
              <a:gd name="connsiteX6" fmla="*/ 5173411 w 5173411"/>
              <a:gd name="connsiteY6" fmla="*/ 6871804 h 6881329"/>
              <a:gd name="connsiteX7" fmla="*/ 3327859 w 5173411"/>
              <a:gd name="connsiteY7" fmla="*/ 6871804 h 6881329"/>
              <a:gd name="connsiteX8" fmla="*/ 3154111 w 5173411"/>
              <a:gd name="connsiteY8" fmla="*/ 6871804 h 6881329"/>
              <a:gd name="connsiteX9" fmla="*/ 731518 w 5173411"/>
              <a:gd name="connsiteY9" fmla="*/ 6881329 h 6881329"/>
              <a:gd name="connsiteX10" fmla="*/ 71019 w 5173411"/>
              <a:gd name="connsiteY10" fmla="*/ 5266551 h 6881329"/>
              <a:gd name="connsiteX11" fmla="*/ 1073826 w 5173411"/>
              <a:gd name="connsiteY11" fmla="*/ 1285684 h 6881329"/>
              <a:gd name="connsiteX12" fmla="*/ 3015688 w 5173411"/>
              <a:gd name="connsiteY12" fmla="*/ 13804 h 6881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73411" h="6881329">
                <a:moveTo>
                  <a:pt x="3015688" y="13804"/>
                </a:moveTo>
                <a:lnTo>
                  <a:pt x="3154111" y="13804"/>
                </a:lnTo>
                <a:lnTo>
                  <a:pt x="3327858" y="13804"/>
                </a:lnTo>
                <a:lnTo>
                  <a:pt x="5173411" y="13804"/>
                </a:lnTo>
                <a:lnTo>
                  <a:pt x="5173411" y="1859357"/>
                </a:lnTo>
                <a:lnTo>
                  <a:pt x="5173411" y="5026253"/>
                </a:lnTo>
                <a:lnTo>
                  <a:pt x="5173411" y="6871804"/>
                </a:lnTo>
                <a:lnTo>
                  <a:pt x="3327859" y="6871804"/>
                </a:lnTo>
                <a:lnTo>
                  <a:pt x="3154111" y="6871804"/>
                </a:lnTo>
                <a:lnTo>
                  <a:pt x="731518" y="6881329"/>
                </a:lnTo>
                <a:cubicBezTo>
                  <a:pt x="737911" y="6851070"/>
                  <a:pt x="621739" y="6544585"/>
                  <a:pt x="71019" y="5266551"/>
                </a:cubicBezTo>
                <a:cubicBezTo>
                  <a:pt x="-372633" y="3604243"/>
                  <a:pt x="1421277" y="2767016"/>
                  <a:pt x="1073826" y="1285684"/>
                </a:cubicBezTo>
                <a:cubicBezTo>
                  <a:pt x="599457" y="-230476"/>
                  <a:pt x="1774145" y="15489"/>
                  <a:pt x="3015688" y="13804"/>
                </a:cubicBezTo>
                <a:close/>
              </a:path>
            </a:pathLst>
          </a:custGeom>
          <a:gradFill flip="none" rotWithShape="1">
            <a:gsLst>
              <a:gs pos="77000">
                <a:schemeClr val="accent1">
                  <a:lumMod val="99000"/>
                  <a:lumOff val="1000"/>
                  <a:alpha val="88000"/>
                </a:schemeClr>
              </a:gs>
              <a:gs pos="0">
                <a:schemeClr val="accent6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C349520-177B-55B8-08D3-5C91CDC084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76" y="3034858"/>
            <a:ext cx="2334741" cy="808417"/>
          </a:xfrm>
          <a:prstGeom prst="rect">
            <a:avLst/>
          </a:prstGeom>
        </p:spPr>
      </p:pic>
      <p:sp>
        <p:nvSpPr>
          <p:cNvPr id="6" name="TextBox 141">
            <a:extLst>
              <a:ext uri="{FF2B5EF4-FFF2-40B4-BE49-F238E27FC236}">
                <a16:creationId xmlns:a16="http://schemas.microsoft.com/office/drawing/2014/main" id="{9EA266B3-48F0-7C58-C4D6-9D384DE49C81}"/>
              </a:ext>
            </a:extLst>
          </p:cNvPr>
          <p:cNvSpPr txBox="1"/>
          <p:nvPr/>
        </p:nvSpPr>
        <p:spPr>
          <a:xfrm>
            <a:off x="438977" y="4585868"/>
            <a:ext cx="3218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+mj-lt"/>
              </a:rPr>
              <a:t>Sistema de Onboarding RRHH</a:t>
            </a:r>
            <a:endParaRPr lang="en-ID" sz="1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TextBox 140">
            <a:extLst>
              <a:ext uri="{FF2B5EF4-FFF2-40B4-BE49-F238E27FC236}">
                <a16:creationId xmlns:a16="http://schemas.microsoft.com/office/drawing/2014/main" id="{2A3A4AD9-A5AC-4FE5-3B4B-6D4AC0C02FAE}"/>
              </a:ext>
            </a:extLst>
          </p:cNvPr>
          <p:cNvSpPr txBox="1"/>
          <p:nvPr/>
        </p:nvSpPr>
        <p:spPr>
          <a:xfrm>
            <a:off x="438976" y="4268944"/>
            <a:ext cx="24674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Abril 2026 </a:t>
            </a:r>
          </a:p>
        </p:txBody>
      </p:sp>
    </p:spTree>
    <p:extLst>
      <p:ext uri="{BB962C8B-B14F-4D97-AF65-F5344CB8AC3E}">
        <p14:creationId xmlns:p14="http://schemas.microsoft.com/office/powerpoint/2010/main" val="3178710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3" descr="Persona de negocios en un ordenador">
            <a:extLst>
              <a:ext uri="{FF2B5EF4-FFF2-40B4-BE49-F238E27FC236}">
                <a16:creationId xmlns:a16="http://schemas.microsoft.com/office/drawing/2014/main" id="{83A47278-FEAF-F4FC-280D-3CFC6CDB65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28" r="20728"/>
          <a:stretch/>
        </p:blipFill>
        <p:spPr>
          <a:xfrm>
            <a:off x="5331070" y="2272491"/>
            <a:ext cx="5248066" cy="3817447"/>
          </a:xfrm>
          <a:custGeom>
            <a:avLst/>
            <a:gdLst>
              <a:gd name="connsiteX0" fmla="*/ 0 w 5130032"/>
              <a:gd name="connsiteY0" fmla="*/ 0 h 3698615"/>
              <a:gd name="connsiteX1" fmla="*/ 5130032 w 5130032"/>
              <a:gd name="connsiteY1" fmla="*/ 0 h 3698615"/>
              <a:gd name="connsiteX2" fmla="*/ 5130032 w 5130032"/>
              <a:gd name="connsiteY2" fmla="*/ 3698615 h 3698615"/>
              <a:gd name="connsiteX3" fmla="*/ 0 w 5130032"/>
              <a:gd name="connsiteY3" fmla="*/ 3698615 h 3698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30032" h="3698615">
                <a:moveTo>
                  <a:pt x="0" y="0"/>
                </a:moveTo>
                <a:lnTo>
                  <a:pt x="5130032" y="0"/>
                </a:lnTo>
                <a:lnTo>
                  <a:pt x="5130032" y="3698615"/>
                </a:lnTo>
                <a:lnTo>
                  <a:pt x="0" y="3698615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</p:spPr>
      </p:pic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3C14F090-6209-840E-E13A-FC005E98CA1E}"/>
              </a:ext>
            </a:extLst>
          </p:cNvPr>
          <p:cNvSpPr txBox="1">
            <a:spLocks/>
          </p:cNvSpPr>
          <p:nvPr/>
        </p:nvSpPr>
        <p:spPr>
          <a:xfrm>
            <a:off x="2676524" y="297118"/>
            <a:ext cx="6838951" cy="876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050" b="1" i="0" u="none" strike="noStrike" kern="1200" cap="none" spc="0" normalizeH="0" baseline="0" noProof="0" dirty="0">
                <a:ln>
                  <a:noFill/>
                </a:ln>
                <a:solidFill>
                  <a:srgbClr val="333333">
                    <a:lumMod val="20000"/>
                    <a:lumOff val="80000"/>
                  </a:srgbClr>
                </a:solidFill>
                <a:effectLst/>
                <a:uLnTx/>
                <a:uFillTx/>
                <a:latin typeface="Lato Semibold"/>
                <a:ea typeface="+mn-ea"/>
                <a:cs typeface="+mn-cs"/>
              </a:rPr>
              <a:t>01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33333">
                    <a:lumMod val="20000"/>
                    <a:lumOff val="80000"/>
                  </a:srgbClr>
                </a:solidFill>
                <a:effectLst/>
                <a:uLnTx/>
                <a:uFillTx/>
                <a:latin typeface="Lato Black"/>
                <a:ea typeface="+mn-ea"/>
                <a:cs typeface="+mn-cs"/>
              </a:rPr>
              <a:t> </a:t>
            </a:r>
            <a:r>
              <a:rPr lang="en-US" dirty="0">
                <a:solidFill>
                  <a:srgbClr val="333333"/>
                </a:solidFill>
                <a:latin typeface="Lato Black"/>
              </a:rPr>
              <a:t>PROBLEMA</a:t>
            </a:r>
            <a:endParaRPr kumimoji="0" lang="en-ID" sz="3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Lato Black"/>
              <a:ea typeface="+mn-ea"/>
              <a:cs typeface="+mn-cs"/>
            </a:endParaRPr>
          </a:p>
        </p:txBody>
      </p:sp>
      <p:cxnSp>
        <p:nvCxnSpPr>
          <p:cNvPr id="14" name="Straight Connector 21">
            <a:extLst>
              <a:ext uri="{FF2B5EF4-FFF2-40B4-BE49-F238E27FC236}">
                <a16:creationId xmlns:a16="http://schemas.microsoft.com/office/drawing/2014/main" id="{14390B77-2EB8-9847-DBF9-9B9D3E411DB5}"/>
              </a:ext>
            </a:extLst>
          </p:cNvPr>
          <p:cNvCxnSpPr>
            <a:cxnSpLocks/>
          </p:cNvCxnSpPr>
          <p:nvPr/>
        </p:nvCxnSpPr>
        <p:spPr>
          <a:xfrm flipH="1">
            <a:off x="1375607" y="3539762"/>
            <a:ext cx="26906" cy="3395876"/>
          </a:xfrm>
          <a:prstGeom prst="line">
            <a:avLst/>
          </a:prstGeom>
          <a:noFill/>
          <a:ln w="6350" cap="flat" cmpd="sng" algn="ctr">
            <a:solidFill>
              <a:srgbClr val="FF5038"/>
            </a:solidFill>
            <a:prstDash val="solid"/>
            <a:miter lim="800000"/>
          </a:ln>
          <a:effectLst/>
        </p:spPr>
      </p:cxnSp>
      <p:sp>
        <p:nvSpPr>
          <p:cNvPr id="15" name="Rectangle 23">
            <a:extLst>
              <a:ext uri="{FF2B5EF4-FFF2-40B4-BE49-F238E27FC236}">
                <a16:creationId xmlns:a16="http://schemas.microsoft.com/office/drawing/2014/main" id="{F94C7463-728B-68CA-6A17-50674AAD63B6}"/>
              </a:ext>
            </a:extLst>
          </p:cNvPr>
          <p:cNvSpPr/>
          <p:nvPr/>
        </p:nvSpPr>
        <p:spPr>
          <a:xfrm>
            <a:off x="1348295" y="3900261"/>
            <a:ext cx="81945" cy="737276"/>
          </a:xfrm>
          <a:prstGeom prst="rect">
            <a:avLst/>
          </a:prstGeom>
          <a:solidFill>
            <a:srgbClr val="FF503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 Semibold"/>
              <a:ea typeface="+mn-ea"/>
              <a:cs typeface="+mn-cs"/>
            </a:endParaRP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6E6BFC8B-67A6-C946-564B-E38EA22CE829}"/>
              </a:ext>
            </a:extLst>
          </p:cNvPr>
          <p:cNvSpPr txBox="1"/>
          <p:nvPr/>
        </p:nvSpPr>
        <p:spPr>
          <a:xfrm>
            <a:off x="1101471" y="1533827"/>
            <a:ext cx="3298229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100" b="1" dirty="0" err="1">
                <a:solidFill>
                  <a:srgbClr val="FF5038"/>
                </a:solidFill>
                <a:latin typeface="Lato Black"/>
              </a:rPr>
              <a:t>Problemas</a:t>
            </a:r>
            <a:r>
              <a:rPr lang="en-US" sz="2100" b="1" dirty="0">
                <a:solidFill>
                  <a:srgbClr val="FF5038"/>
                </a:solidFill>
                <a:latin typeface="Lato Black"/>
              </a:rPr>
              <a:t> </a:t>
            </a:r>
            <a:r>
              <a:rPr lang="en-US" sz="2100" b="1" dirty="0" err="1">
                <a:solidFill>
                  <a:srgbClr val="FF5038"/>
                </a:solidFill>
                <a:latin typeface="Lato Black"/>
              </a:rPr>
              <a:t>que</a:t>
            </a:r>
            <a:r>
              <a:rPr lang="en-US" sz="2100" b="1" dirty="0">
                <a:solidFill>
                  <a:srgbClr val="FF5038"/>
                </a:solidFill>
                <a:latin typeface="Lato Black"/>
              </a:rPr>
              <a:t> se </a:t>
            </a:r>
            <a:r>
              <a:rPr lang="en-US" sz="2100" b="1" dirty="0" err="1">
                <a:solidFill>
                  <a:srgbClr val="FF5038"/>
                </a:solidFill>
                <a:latin typeface="Lato Black"/>
              </a:rPr>
              <a:t>resuelven</a:t>
            </a:r>
            <a:r>
              <a:rPr lang="en-US" sz="2100" b="1" dirty="0">
                <a:solidFill>
                  <a:srgbClr val="FF5038"/>
                </a:solidFill>
                <a:latin typeface="Lato Black"/>
              </a:rPr>
              <a:t> --&gt;</a:t>
            </a:r>
          </a:p>
        </p:txBody>
      </p:sp>
      <p:sp>
        <p:nvSpPr>
          <p:cNvPr id="19" name="TextBox 28">
            <a:extLst>
              <a:ext uri="{FF2B5EF4-FFF2-40B4-BE49-F238E27FC236}">
                <a16:creationId xmlns:a16="http://schemas.microsoft.com/office/drawing/2014/main" id="{04B9DA98-9454-2E08-8B05-D962F3F1A93C}"/>
              </a:ext>
            </a:extLst>
          </p:cNvPr>
          <p:cNvSpPr txBox="1"/>
          <p:nvPr/>
        </p:nvSpPr>
        <p:spPr>
          <a:xfrm>
            <a:off x="986189" y="2323660"/>
            <a:ext cx="3879196" cy="1216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rPr>
              <a:t>Procesos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rPr>
              <a:t> 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rPr>
              <a:t>manuales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rPr>
              <a:t> de 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rPr>
              <a:t>incorporacion</a:t>
            </a:r>
            <a:endParaRPr lang="en-US" sz="1000" kern="0" dirty="0">
              <a:solidFill>
                <a:srgbClr val="333333"/>
              </a:solidFill>
            </a:endParaRPr>
          </a:p>
          <a:p>
            <a:pPr marL="171450" marR="0" lvl="0" indent="-1714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rPr>
              <a:t>Falta de 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rPr>
              <a:t>trazabilidad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</a:endParaRPr>
          </a:p>
          <a:p>
            <a:pPr marL="171450" marR="0" lvl="0" indent="-1714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000" kern="0" dirty="0">
                <a:solidFill>
                  <a:srgbClr val="333333"/>
                </a:solidFill>
              </a:rPr>
              <a:t>Gestion de </a:t>
            </a:r>
            <a:r>
              <a:rPr lang="en-US" sz="1000" kern="0" dirty="0" err="1">
                <a:solidFill>
                  <a:srgbClr val="333333"/>
                </a:solidFill>
              </a:rPr>
              <a:t>documentos</a:t>
            </a:r>
            <a:r>
              <a:rPr lang="en-US" sz="1000" kern="0" dirty="0">
                <a:solidFill>
                  <a:srgbClr val="333333"/>
                </a:solidFill>
              </a:rPr>
              <a:t> </a:t>
            </a:r>
            <a:r>
              <a:rPr lang="en-US" sz="1000" kern="0" dirty="0" err="1">
                <a:solidFill>
                  <a:srgbClr val="333333"/>
                </a:solidFill>
              </a:rPr>
              <a:t>caotica</a:t>
            </a:r>
            <a:endParaRPr lang="en-US" sz="1000" kern="0" dirty="0">
              <a:solidFill>
                <a:srgbClr val="333333"/>
              </a:solidFill>
            </a:endParaRPr>
          </a:p>
          <a:p>
            <a:pPr marL="171450" marR="0" lvl="0" indent="-1714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rPr>
              <a:t>Comunicacion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rPr>
              <a:t> 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rPr>
              <a:t>Inef</a:t>
            </a:r>
            <a:r>
              <a:rPr lang="en-US" sz="1000" kern="0" dirty="0" err="1">
                <a:solidFill>
                  <a:srgbClr val="333333"/>
                </a:solidFill>
              </a:rPr>
              <a:t>iciente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rPr>
              <a:t> </a:t>
            </a:r>
          </a:p>
          <a:p>
            <a:pPr marL="171450" marR="0" lvl="0" indent="-1714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173928D-5679-EDCD-55EB-64644B79A77C}"/>
              </a:ext>
            </a:extLst>
          </p:cNvPr>
          <p:cNvSpPr txBox="1"/>
          <p:nvPr/>
        </p:nvSpPr>
        <p:spPr>
          <a:xfrm>
            <a:off x="1479601" y="3883209"/>
            <a:ext cx="26455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5038"/>
                </a:solidFill>
                <a:latin typeface="Lato Black"/>
              </a:rPr>
              <a:t>Como se </a:t>
            </a:r>
            <a:r>
              <a:rPr lang="en-US" sz="1800" b="1" dirty="0" err="1">
                <a:solidFill>
                  <a:srgbClr val="FF5038"/>
                </a:solidFill>
                <a:latin typeface="Lato Black"/>
              </a:rPr>
              <a:t>resuelven</a:t>
            </a:r>
            <a:r>
              <a:rPr lang="en-US" sz="1800" b="1" dirty="0">
                <a:solidFill>
                  <a:srgbClr val="FF5038"/>
                </a:solidFill>
                <a:latin typeface="Lato Black"/>
              </a:rPr>
              <a:t> --&gt;</a:t>
            </a:r>
          </a:p>
        </p:txBody>
      </p:sp>
      <p:sp>
        <p:nvSpPr>
          <p:cNvPr id="20" name="TextBox 28">
            <a:extLst>
              <a:ext uri="{FF2B5EF4-FFF2-40B4-BE49-F238E27FC236}">
                <a16:creationId xmlns:a16="http://schemas.microsoft.com/office/drawing/2014/main" id="{A601C04A-CFCA-1C53-39D5-014ECA960B97}"/>
              </a:ext>
            </a:extLst>
          </p:cNvPr>
          <p:cNvSpPr txBox="1"/>
          <p:nvPr/>
        </p:nvSpPr>
        <p:spPr>
          <a:xfrm>
            <a:off x="1402513" y="4268899"/>
            <a:ext cx="3879196" cy="1216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000" kern="0" dirty="0">
                <a:solidFill>
                  <a:srgbClr val="333333"/>
                </a:solidFill>
              </a:rPr>
              <a:t>Plataforma digital de onboarding</a:t>
            </a:r>
          </a:p>
          <a:p>
            <a:pPr marL="171450" marR="0" lvl="0" indent="-1714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000" kern="0" dirty="0" err="1">
                <a:solidFill>
                  <a:srgbClr val="333333"/>
                </a:solidFill>
              </a:rPr>
              <a:t>Automatizacion</a:t>
            </a:r>
            <a:r>
              <a:rPr lang="en-US" sz="1000" kern="0" dirty="0">
                <a:solidFill>
                  <a:srgbClr val="333333"/>
                </a:solidFill>
              </a:rPr>
              <a:t> completa del </a:t>
            </a:r>
            <a:r>
              <a:rPr lang="en-US" sz="1000" kern="0" dirty="0" err="1">
                <a:solidFill>
                  <a:srgbClr val="333333"/>
                </a:solidFill>
              </a:rPr>
              <a:t>proceso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</a:endParaRPr>
          </a:p>
          <a:p>
            <a:pPr marL="171450" marR="0" lvl="0" indent="-1714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000" kern="0" dirty="0">
                <a:solidFill>
                  <a:srgbClr val="333333"/>
                </a:solidFill>
              </a:rPr>
              <a:t>Gestion </a:t>
            </a:r>
            <a:r>
              <a:rPr lang="en-US" sz="1000" kern="0" dirty="0" err="1">
                <a:solidFill>
                  <a:srgbClr val="333333"/>
                </a:solidFill>
              </a:rPr>
              <a:t>centralizada</a:t>
            </a:r>
            <a:r>
              <a:rPr lang="en-US" sz="1000" kern="0" dirty="0">
                <a:solidFill>
                  <a:srgbClr val="333333"/>
                </a:solidFill>
              </a:rPr>
              <a:t> de </a:t>
            </a:r>
            <a:r>
              <a:rPr lang="en-US" sz="1000" kern="0" dirty="0" err="1">
                <a:solidFill>
                  <a:srgbClr val="333333"/>
                </a:solidFill>
              </a:rPr>
              <a:t>candidatos</a:t>
            </a:r>
            <a:endParaRPr lang="en-US" sz="1000" kern="0" dirty="0">
              <a:solidFill>
                <a:srgbClr val="333333"/>
              </a:solidFill>
            </a:endParaRPr>
          </a:p>
          <a:p>
            <a:pPr marL="171450" marR="0" lvl="0" indent="-1714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000" kern="0" dirty="0" err="1">
                <a:solidFill>
                  <a:srgbClr val="333333"/>
                </a:solidFill>
              </a:rPr>
              <a:t>Validacion</a:t>
            </a:r>
            <a:r>
              <a:rPr lang="en-US" sz="1000" kern="0" dirty="0">
                <a:solidFill>
                  <a:srgbClr val="333333"/>
                </a:solidFill>
              </a:rPr>
              <a:t> y </a:t>
            </a:r>
            <a:r>
              <a:rPr lang="en-US" sz="1000" kern="0" dirty="0" err="1">
                <a:solidFill>
                  <a:srgbClr val="333333"/>
                </a:solidFill>
              </a:rPr>
              <a:t>seguimiento</a:t>
            </a:r>
            <a:r>
              <a:rPr lang="en-US" sz="1000" kern="0" dirty="0">
                <a:solidFill>
                  <a:srgbClr val="333333"/>
                </a:solidFill>
              </a:rPr>
              <a:t> </a:t>
            </a:r>
            <a:r>
              <a:rPr lang="en-US" sz="1000" kern="0" dirty="0" err="1">
                <a:solidFill>
                  <a:srgbClr val="333333"/>
                </a:solidFill>
              </a:rPr>
              <a:t>een</a:t>
            </a:r>
            <a:r>
              <a:rPr lang="en-US" sz="1000" kern="0" dirty="0">
                <a:solidFill>
                  <a:srgbClr val="333333"/>
                </a:solidFill>
              </a:rPr>
              <a:t> </a:t>
            </a:r>
            <a:r>
              <a:rPr lang="en-US" sz="1000" kern="0" dirty="0" err="1">
                <a:solidFill>
                  <a:srgbClr val="333333"/>
                </a:solidFill>
              </a:rPr>
              <a:t>tiempo</a:t>
            </a:r>
            <a:r>
              <a:rPr lang="en-US" sz="1000" kern="0" dirty="0">
                <a:solidFill>
                  <a:srgbClr val="333333"/>
                </a:solidFill>
              </a:rPr>
              <a:t> real 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</a:endParaRPr>
          </a:p>
          <a:p>
            <a:pPr marL="171450" marR="0" lvl="0" indent="-1714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</a:endParaRP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494A36F-EE6C-6F7F-4A06-E6D556271DE8}"/>
              </a:ext>
            </a:extLst>
          </p:cNvPr>
          <p:cNvSpPr txBox="1">
            <a:spLocks/>
          </p:cNvSpPr>
          <p:nvPr/>
        </p:nvSpPr>
        <p:spPr>
          <a:xfrm>
            <a:off x="3028155" y="904787"/>
            <a:ext cx="6135687" cy="261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25" kern="120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Lato Semibold"/>
                <a:ea typeface="+mn-ea"/>
                <a:cs typeface="+mn-cs"/>
              </a:rPr>
              <a:t>Sistema de onboarding RRHH</a:t>
            </a:r>
            <a:endParaRPr kumimoji="0" lang="en-ID" sz="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Lato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064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6">
            <a:extLst>
              <a:ext uri="{FF2B5EF4-FFF2-40B4-BE49-F238E27FC236}">
                <a16:creationId xmlns:a16="http://schemas.microsoft.com/office/drawing/2014/main" id="{3655159E-3D93-0AD1-8648-171EF713358A}"/>
              </a:ext>
            </a:extLst>
          </p:cNvPr>
          <p:cNvCxnSpPr>
            <a:cxnSpLocks/>
          </p:cNvCxnSpPr>
          <p:nvPr/>
        </p:nvCxnSpPr>
        <p:spPr>
          <a:xfrm>
            <a:off x="1021808" y="0"/>
            <a:ext cx="0" cy="6057900"/>
          </a:xfrm>
          <a:prstGeom prst="line">
            <a:avLst/>
          </a:prstGeom>
          <a:noFill/>
          <a:ln w="6350" cap="flat" cmpd="sng" algn="ctr">
            <a:solidFill>
              <a:srgbClr val="FF5038"/>
            </a:solidFill>
            <a:prstDash val="solid"/>
            <a:miter lim="800000"/>
          </a:ln>
          <a:effectLst/>
        </p:spPr>
      </p:cxnSp>
      <p:pic>
        <p:nvPicPr>
          <p:cNvPr id="3" name="Picture Placeholder 7" descr="Vista con un ángulo bajo de un edificio con un cielo pastel">
            <a:extLst>
              <a:ext uri="{FF2B5EF4-FFF2-40B4-BE49-F238E27FC236}">
                <a16:creationId xmlns:a16="http://schemas.microsoft.com/office/drawing/2014/main" id="{260AB21B-7EBF-5815-C6A2-9269EEB6401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29" r="34629" b="36579"/>
          <a:stretch/>
        </p:blipFill>
        <p:spPr>
          <a:xfrm>
            <a:off x="5296563" y="-14522"/>
            <a:ext cx="4166814" cy="6872522"/>
          </a:xfrm>
          <a:custGeom>
            <a:avLst/>
            <a:gdLst>
              <a:gd name="connsiteX0" fmla="*/ 0 w 3516081"/>
              <a:gd name="connsiteY0" fmla="*/ 0 h 6858000"/>
              <a:gd name="connsiteX1" fmla="*/ 3516081 w 3516081"/>
              <a:gd name="connsiteY1" fmla="*/ 0 h 6858000"/>
              <a:gd name="connsiteX2" fmla="*/ 3516081 w 3516081"/>
              <a:gd name="connsiteY2" fmla="*/ 6858000 h 6858000"/>
              <a:gd name="connsiteX3" fmla="*/ 0 w 351608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6081" h="6858000">
                <a:moveTo>
                  <a:pt x="0" y="0"/>
                </a:moveTo>
                <a:lnTo>
                  <a:pt x="3516081" y="0"/>
                </a:lnTo>
                <a:lnTo>
                  <a:pt x="351608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5A8C426E-4BE7-BE25-C315-B4B7FA0B44A3}"/>
              </a:ext>
            </a:extLst>
          </p:cNvPr>
          <p:cNvSpPr/>
          <p:nvPr/>
        </p:nvSpPr>
        <p:spPr>
          <a:xfrm>
            <a:off x="8921891" y="1968410"/>
            <a:ext cx="1082972" cy="1082972"/>
          </a:xfrm>
          <a:prstGeom prst="ellipse">
            <a:avLst/>
          </a:prstGeom>
          <a:solidFill>
            <a:srgbClr val="FF503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 Semibold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738710-CD2B-77F4-248F-66D689A8ED04}"/>
              </a:ext>
            </a:extLst>
          </p:cNvPr>
          <p:cNvSpPr/>
          <p:nvPr/>
        </p:nvSpPr>
        <p:spPr>
          <a:xfrm>
            <a:off x="989225" y="1387078"/>
            <a:ext cx="81945" cy="737276"/>
          </a:xfrm>
          <a:prstGeom prst="rect">
            <a:avLst/>
          </a:prstGeom>
          <a:solidFill>
            <a:srgbClr val="FF503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 Semibold"/>
              <a:ea typeface="+mn-ea"/>
              <a:cs typeface="+mn-cs"/>
            </a:endParaRPr>
          </a:p>
        </p:txBody>
      </p:sp>
      <p:sp>
        <p:nvSpPr>
          <p:cNvPr id="6" name="TextBox 13">
            <a:extLst>
              <a:ext uri="{FF2B5EF4-FFF2-40B4-BE49-F238E27FC236}">
                <a16:creationId xmlns:a16="http://schemas.microsoft.com/office/drawing/2014/main" id="{E3FF6D94-50D9-BD29-F90A-BD6767CFAC10}"/>
              </a:ext>
            </a:extLst>
          </p:cNvPr>
          <p:cNvSpPr txBox="1"/>
          <p:nvPr/>
        </p:nvSpPr>
        <p:spPr>
          <a:xfrm>
            <a:off x="2599471" y="907825"/>
            <a:ext cx="1119430" cy="4154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100" b="1" dirty="0">
                <a:solidFill>
                  <a:srgbClr val="333333"/>
                </a:solidFill>
                <a:latin typeface="Lato Black"/>
              </a:rPr>
              <a:t>RRHH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463038AF-B045-A4CA-1839-16D6D4432652}"/>
              </a:ext>
            </a:extLst>
          </p:cNvPr>
          <p:cNvSpPr/>
          <p:nvPr/>
        </p:nvSpPr>
        <p:spPr>
          <a:xfrm>
            <a:off x="989225" y="4454106"/>
            <a:ext cx="81945" cy="737276"/>
          </a:xfrm>
          <a:prstGeom prst="rect">
            <a:avLst/>
          </a:prstGeom>
          <a:solidFill>
            <a:srgbClr val="FF503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 Semibold"/>
              <a:ea typeface="+mn-ea"/>
              <a:cs typeface="+mn-cs"/>
            </a:endParaRP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7E0BEFF4-0538-0F88-A1C2-C5B4B584FE6A}"/>
              </a:ext>
            </a:extLst>
          </p:cNvPr>
          <p:cNvSpPr txBox="1"/>
          <p:nvPr/>
        </p:nvSpPr>
        <p:spPr>
          <a:xfrm>
            <a:off x="2026881" y="1787204"/>
            <a:ext cx="2103757" cy="4154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100" b="1" dirty="0">
                <a:solidFill>
                  <a:srgbClr val="333333"/>
                </a:solidFill>
                <a:latin typeface="Lato Black"/>
              </a:rPr>
              <a:t>Crea </a:t>
            </a:r>
            <a:r>
              <a:rPr lang="en-US" sz="2100" b="1" dirty="0" err="1">
                <a:solidFill>
                  <a:srgbClr val="333333"/>
                </a:solidFill>
                <a:latin typeface="Lato Black"/>
              </a:rPr>
              <a:t>candidato</a:t>
            </a:r>
            <a:endParaRPr lang="en-US" sz="2100" b="1" dirty="0">
              <a:solidFill>
                <a:srgbClr val="333333"/>
              </a:solidFill>
              <a:latin typeface="Lato Black"/>
            </a:endParaRPr>
          </a:p>
        </p:txBody>
      </p:sp>
      <p:grpSp>
        <p:nvGrpSpPr>
          <p:cNvPr id="11" name="Group 1206">
            <a:extLst>
              <a:ext uri="{FF2B5EF4-FFF2-40B4-BE49-F238E27FC236}">
                <a16:creationId xmlns:a16="http://schemas.microsoft.com/office/drawing/2014/main" id="{C1AEB0A1-679E-4863-CF71-5F363E1981C6}"/>
              </a:ext>
            </a:extLst>
          </p:cNvPr>
          <p:cNvGrpSpPr/>
          <p:nvPr/>
        </p:nvGrpSpPr>
        <p:grpSpPr>
          <a:xfrm>
            <a:off x="9253370" y="2296330"/>
            <a:ext cx="420015" cy="427132"/>
            <a:chOff x="2405063" y="347663"/>
            <a:chExt cx="374651" cy="381000"/>
          </a:xfrm>
          <a:solidFill>
            <a:srgbClr val="FFFFFF"/>
          </a:solidFill>
        </p:grpSpPr>
        <p:sp>
          <p:nvSpPr>
            <p:cNvPr id="12" name="Rectangle 26">
              <a:extLst>
                <a:ext uri="{FF2B5EF4-FFF2-40B4-BE49-F238E27FC236}">
                  <a16:creationId xmlns:a16="http://schemas.microsoft.com/office/drawing/2014/main" id="{6068CC57-F3DC-76D2-0EA4-6DA4D658A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5063" y="347663"/>
              <a:ext cx="52388" cy="376238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Rectangle 27">
              <a:extLst>
                <a:ext uri="{FF2B5EF4-FFF2-40B4-BE49-F238E27FC236}">
                  <a16:creationId xmlns:a16="http://schemas.microsoft.com/office/drawing/2014/main" id="{24003A71-B143-E6DE-4AE2-94EE57203D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2851" y="384175"/>
              <a:ext cx="52388" cy="33972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Freeform 28">
              <a:extLst>
                <a:ext uri="{FF2B5EF4-FFF2-40B4-BE49-F238E27FC236}">
                  <a16:creationId xmlns:a16="http://schemas.microsoft.com/office/drawing/2014/main" id="{C48E85D5-9320-8EE9-2EA1-8586644F5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0801" y="541338"/>
              <a:ext cx="84138" cy="84138"/>
            </a:xfrm>
            <a:custGeom>
              <a:avLst/>
              <a:gdLst>
                <a:gd name="T0" fmla="*/ 368 w 735"/>
                <a:gd name="T1" fmla="*/ 0 h 736"/>
                <a:gd name="T2" fmla="*/ 414 w 735"/>
                <a:gd name="T3" fmla="*/ 3 h 736"/>
                <a:gd name="T4" fmla="*/ 458 w 735"/>
                <a:gd name="T5" fmla="*/ 12 h 736"/>
                <a:gd name="T6" fmla="*/ 500 w 735"/>
                <a:gd name="T7" fmla="*/ 25 h 736"/>
                <a:gd name="T8" fmla="*/ 540 w 735"/>
                <a:gd name="T9" fmla="*/ 43 h 736"/>
                <a:gd name="T10" fmla="*/ 578 w 735"/>
                <a:gd name="T11" fmla="*/ 66 h 736"/>
                <a:gd name="T12" fmla="*/ 612 w 735"/>
                <a:gd name="T13" fmla="*/ 93 h 736"/>
                <a:gd name="T14" fmla="*/ 643 w 735"/>
                <a:gd name="T15" fmla="*/ 124 h 736"/>
                <a:gd name="T16" fmla="*/ 670 w 735"/>
                <a:gd name="T17" fmla="*/ 157 h 736"/>
                <a:gd name="T18" fmla="*/ 692 w 735"/>
                <a:gd name="T19" fmla="*/ 195 h 736"/>
                <a:gd name="T20" fmla="*/ 711 w 735"/>
                <a:gd name="T21" fmla="*/ 234 h 736"/>
                <a:gd name="T22" fmla="*/ 724 w 735"/>
                <a:gd name="T23" fmla="*/ 278 h 736"/>
                <a:gd name="T24" fmla="*/ 732 w 735"/>
                <a:gd name="T25" fmla="*/ 322 h 736"/>
                <a:gd name="T26" fmla="*/ 735 w 735"/>
                <a:gd name="T27" fmla="*/ 368 h 736"/>
                <a:gd name="T28" fmla="*/ 732 w 735"/>
                <a:gd name="T29" fmla="*/ 414 h 736"/>
                <a:gd name="T30" fmla="*/ 724 w 735"/>
                <a:gd name="T31" fmla="*/ 458 h 736"/>
                <a:gd name="T32" fmla="*/ 711 w 735"/>
                <a:gd name="T33" fmla="*/ 500 h 736"/>
                <a:gd name="T34" fmla="*/ 692 w 735"/>
                <a:gd name="T35" fmla="*/ 541 h 736"/>
                <a:gd name="T36" fmla="*/ 670 w 735"/>
                <a:gd name="T37" fmla="*/ 577 h 736"/>
                <a:gd name="T38" fmla="*/ 643 w 735"/>
                <a:gd name="T39" fmla="*/ 611 h 736"/>
                <a:gd name="T40" fmla="*/ 612 w 735"/>
                <a:gd name="T41" fmla="*/ 642 h 736"/>
                <a:gd name="T42" fmla="*/ 578 w 735"/>
                <a:gd name="T43" fmla="*/ 669 h 736"/>
                <a:gd name="T44" fmla="*/ 540 w 735"/>
                <a:gd name="T45" fmla="*/ 693 h 736"/>
                <a:gd name="T46" fmla="*/ 500 w 735"/>
                <a:gd name="T47" fmla="*/ 711 h 736"/>
                <a:gd name="T48" fmla="*/ 458 w 735"/>
                <a:gd name="T49" fmla="*/ 724 h 736"/>
                <a:gd name="T50" fmla="*/ 414 w 735"/>
                <a:gd name="T51" fmla="*/ 733 h 736"/>
                <a:gd name="T52" fmla="*/ 368 w 735"/>
                <a:gd name="T53" fmla="*/ 736 h 736"/>
                <a:gd name="T54" fmla="*/ 321 w 735"/>
                <a:gd name="T55" fmla="*/ 733 h 736"/>
                <a:gd name="T56" fmla="*/ 277 w 735"/>
                <a:gd name="T57" fmla="*/ 724 h 736"/>
                <a:gd name="T58" fmla="*/ 235 w 735"/>
                <a:gd name="T59" fmla="*/ 711 h 736"/>
                <a:gd name="T60" fmla="*/ 195 w 735"/>
                <a:gd name="T61" fmla="*/ 693 h 736"/>
                <a:gd name="T62" fmla="*/ 158 w 735"/>
                <a:gd name="T63" fmla="*/ 669 h 736"/>
                <a:gd name="T64" fmla="*/ 123 w 735"/>
                <a:gd name="T65" fmla="*/ 642 h 736"/>
                <a:gd name="T66" fmla="*/ 93 w 735"/>
                <a:gd name="T67" fmla="*/ 611 h 736"/>
                <a:gd name="T68" fmla="*/ 66 w 735"/>
                <a:gd name="T69" fmla="*/ 577 h 736"/>
                <a:gd name="T70" fmla="*/ 43 w 735"/>
                <a:gd name="T71" fmla="*/ 541 h 736"/>
                <a:gd name="T72" fmla="*/ 24 w 735"/>
                <a:gd name="T73" fmla="*/ 500 h 736"/>
                <a:gd name="T74" fmla="*/ 11 w 735"/>
                <a:gd name="T75" fmla="*/ 458 h 736"/>
                <a:gd name="T76" fmla="*/ 3 w 735"/>
                <a:gd name="T77" fmla="*/ 414 h 736"/>
                <a:gd name="T78" fmla="*/ 0 w 735"/>
                <a:gd name="T79" fmla="*/ 368 h 736"/>
                <a:gd name="T80" fmla="*/ 3 w 735"/>
                <a:gd name="T81" fmla="*/ 322 h 736"/>
                <a:gd name="T82" fmla="*/ 11 w 735"/>
                <a:gd name="T83" fmla="*/ 278 h 736"/>
                <a:gd name="T84" fmla="*/ 24 w 735"/>
                <a:gd name="T85" fmla="*/ 234 h 736"/>
                <a:gd name="T86" fmla="*/ 43 w 735"/>
                <a:gd name="T87" fmla="*/ 195 h 736"/>
                <a:gd name="T88" fmla="*/ 66 w 735"/>
                <a:gd name="T89" fmla="*/ 157 h 736"/>
                <a:gd name="T90" fmla="*/ 93 w 735"/>
                <a:gd name="T91" fmla="*/ 124 h 736"/>
                <a:gd name="T92" fmla="*/ 123 w 735"/>
                <a:gd name="T93" fmla="*/ 93 h 736"/>
                <a:gd name="T94" fmla="*/ 158 w 735"/>
                <a:gd name="T95" fmla="*/ 66 h 736"/>
                <a:gd name="T96" fmla="*/ 195 w 735"/>
                <a:gd name="T97" fmla="*/ 43 h 736"/>
                <a:gd name="T98" fmla="*/ 235 w 735"/>
                <a:gd name="T99" fmla="*/ 25 h 736"/>
                <a:gd name="T100" fmla="*/ 277 w 735"/>
                <a:gd name="T101" fmla="*/ 12 h 736"/>
                <a:gd name="T102" fmla="*/ 321 w 735"/>
                <a:gd name="T103" fmla="*/ 3 h 736"/>
                <a:gd name="T104" fmla="*/ 368 w 735"/>
                <a:gd name="T105" fmla="*/ 0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35" h="736">
                  <a:moveTo>
                    <a:pt x="368" y="0"/>
                  </a:moveTo>
                  <a:lnTo>
                    <a:pt x="414" y="3"/>
                  </a:lnTo>
                  <a:lnTo>
                    <a:pt x="458" y="12"/>
                  </a:lnTo>
                  <a:lnTo>
                    <a:pt x="500" y="25"/>
                  </a:lnTo>
                  <a:lnTo>
                    <a:pt x="540" y="43"/>
                  </a:lnTo>
                  <a:lnTo>
                    <a:pt x="578" y="66"/>
                  </a:lnTo>
                  <a:lnTo>
                    <a:pt x="612" y="93"/>
                  </a:lnTo>
                  <a:lnTo>
                    <a:pt x="643" y="124"/>
                  </a:lnTo>
                  <a:lnTo>
                    <a:pt x="670" y="157"/>
                  </a:lnTo>
                  <a:lnTo>
                    <a:pt x="692" y="195"/>
                  </a:lnTo>
                  <a:lnTo>
                    <a:pt x="711" y="234"/>
                  </a:lnTo>
                  <a:lnTo>
                    <a:pt x="724" y="278"/>
                  </a:lnTo>
                  <a:lnTo>
                    <a:pt x="732" y="322"/>
                  </a:lnTo>
                  <a:lnTo>
                    <a:pt x="735" y="368"/>
                  </a:lnTo>
                  <a:lnTo>
                    <a:pt x="732" y="414"/>
                  </a:lnTo>
                  <a:lnTo>
                    <a:pt x="724" y="458"/>
                  </a:lnTo>
                  <a:lnTo>
                    <a:pt x="711" y="500"/>
                  </a:lnTo>
                  <a:lnTo>
                    <a:pt x="692" y="541"/>
                  </a:lnTo>
                  <a:lnTo>
                    <a:pt x="670" y="577"/>
                  </a:lnTo>
                  <a:lnTo>
                    <a:pt x="643" y="611"/>
                  </a:lnTo>
                  <a:lnTo>
                    <a:pt x="612" y="642"/>
                  </a:lnTo>
                  <a:lnTo>
                    <a:pt x="578" y="669"/>
                  </a:lnTo>
                  <a:lnTo>
                    <a:pt x="540" y="693"/>
                  </a:lnTo>
                  <a:lnTo>
                    <a:pt x="500" y="711"/>
                  </a:lnTo>
                  <a:lnTo>
                    <a:pt x="458" y="724"/>
                  </a:lnTo>
                  <a:lnTo>
                    <a:pt x="414" y="733"/>
                  </a:lnTo>
                  <a:lnTo>
                    <a:pt x="368" y="736"/>
                  </a:lnTo>
                  <a:lnTo>
                    <a:pt x="321" y="733"/>
                  </a:lnTo>
                  <a:lnTo>
                    <a:pt x="277" y="724"/>
                  </a:lnTo>
                  <a:lnTo>
                    <a:pt x="235" y="711"/>
                  </a:lnTo>
                  <a:lnTo>
                    <a:pt x="195" y="693"/>
                  </a:lnTo>
                  <a:lnTo>
                    <a:pt x="158" y="669"/>
                  </a:lnTo>
                  <a:lnTo>
                    <a:pt x="123" y="642"/>
                  </a:lnTo>
                  <a:lnTo>
                    <a:pt x="93" y="611"/>
                  </a:lnTo>
                  <a:lnTo>
                    <a:pt x="66" y="577"/>
                  </a:lnTo>
                  <a:lnTo>
                    <a:pt x="43" y="541"/>
                  </a:lnTo>
                  <a:lnTo>
                    <a:pt x="24" y="500"/>
                  </a:lnTo>
                  <a:lnTo>
                    <a:pt x="11" y="458"/>
                  </a:lnTo>
                  <a:lnTo>
                    <a:pt x="3" y="414"/>
                  </a:lnTo>
                  <a:lnTo>
                    <a:pt x="0" y="368"/>
                  </a:lnTo>
                  <a:lnTo>
                    <a:pt x="3" y="322"/>
                  </a:lnTo>
                  <a:lnTo>
                    <a:pt x="11" y="278"/>
                  </a:lnTo>
                  <a:lnTo>
                    <a:pt x="24" y="234"/>
                  </a:lnTo>
                  <a:lnTo>
                    <a:pt x="43" y="195"/>
                  </a:lnTo>
                  <a:lnTo>
                    <a:pt x="66" y="157"/>
                  </a:lnTo>
                  <a:lnTo>
                    <a:pt x="93" y="124"/>
                  </a:lnTo>
                  <a:lnTo>
                    <a:pt x="123" y="93"/>
                  </a:lnTo>
                  <a:lnTo>
                    <a:pt x="158" y="66"/>
                  </a:lnTo>
                  <a:lnTo>
                    <a:pt x="195" y="43"/>
                  </a:lnTo>
                  <a:lnTo>
                    <a:pt x="235" y="25"/>
                  </a:lnTo>
                  <a:lnTo>
                    <a:pt x="277" y="12"/>
                  </a:lnTo>
                  <a:lnTo>
                    <a:pt x="321" y="3"/>
                  </a:lnTo>
                  <a:lnTo>
                    <a:pt x="36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Freeform 29">
              <a:extLst>
                <a:ext uri="{FF2B5EF4-FFF2-40B4-BE49-F238E27FC236}">
                  <a16:creationId xmlns:a16="http://schemas.microsoft.com/office/drawing/2014/main" id="{8092938D-F5FC-27D2-E7B9-B2FDBE64E3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2226" y="650875"/>
              <a:ext cx="52388" cy="73025"/>
            </a:xfrm>
            <a:custGeom>
              <a:avLst/>
              <a:gdLst>
                <a:gd name="T0" fmla="*/ 0 w 460"/>
                <a:gd name="T1" fmla="*/ 0 h 647"/>
                <a:gd name="T2" fmla="*/ 47 w 460"/>
                <a:gd name="T3" fmla="*/ 47 h 647"/>
                <a:gd name="T4" fmla="*/ 98 w 460"/>
                <a:gd name="T5" fmla="*/ 89 h 647"/>
                <a:gd name="T6" fmla="*/ 152 w 460"/>
                <a:gd name="T7" fmla="*/ 128 h 647"/>
                <a:gd name="T8" fmla="*/ 208 w 460"/>
                <a:gd name="T9" fmla="*/ 162 h 647"/>
                <a:gd name="T10" fmla="*/ 268 w 460"/>
                <a:gd name="T11" fmla="*/ 192 h 647"/>
                <a:gd name="T12" fmla="*/ 330 w 460"/>
                <a:gd name="T13" fmla="*/ 217 h 647"/>
                <a:gd name="T14" fmla="*/ 393 w 460"/>
                <a:gd name="T15" fmla="*/ 238 h 647"/>
                <a:gd name="T16" fmla="*/ 460 w 460"/>
                <a:gd name="T17" fmla="*/ 253 h 647"/>
                <a:gd name="T18" fmla="*/ 460 w 460"/>
                <a:gd name="T19" fmla="*/ 647 h 647"/>
                <a:gd name="T20" fmla="*/ 0 w 460"/>
                <a:gd name="T21" fmla="*/ 647 h 647"/>
                <a:gd name="T22" fmla="*/ 0 w 460"/>
                <a:gd name="T23" fmla="*/ 0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60" h="647">
                  <a:moveTo>
                    <a:pt x="0" y="0"/>
                  </a:moveTo>
                  <a:lnTo>
                    <a:pt x="47" y="47"/>
                  </a:lnTo>
                  <a:lnTo>
                    <a:pt x="98" y="89"/>
                  </a:lnTo>
                  <a:lnTo>
                    <a:pt x="152" y="128"/>
                  </a:lnTo>
                  <a:lnTo>
                    <a:pt x="208" y="162"/>
                  </a:lnTo>
                  <a:lnTo>
                    <a:pt x="268" y="192"/>
                  </a:lnTo>
                  <a:lnTo>
                    <a:pt x="330" y="217"/>
                  </a:lnTo>
                  <a:lnTo>
                    <a:pt x="393" y="238"/>
                  </a:lnTo>
                  <a:lnTo>
                    <a:pt x="460" y="253"/>
                  </a:lnTo>
                  <a:lnTo>
                    <a:pt x="460" y="647"/>
                  </a:lnTo>
                  <a:lnTo>
                    <a:pt x="0" y="64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Freeform 30">
              <a:extLst>
                <a:ext uri="{FF2B5EF4-FFF2-40B4-BE49-F238E27FC236}">
                  <a16:creationId xmlns:a16="http://schemas.microsoft.com/office/drawing/2014/main" id="{FDC3FDC7-D071-A37A-259D-1D5A2725B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2226" y="433388"/>
              <a:ext cx="52388" cy="82550"/>
            </a:xfrm>
            <a:custGeom>
              <a:avLst/>
              <a:gdLst>
                <a:gd name="T0" fmla="*/ 0 w 459"/>
                <a:gd name="T1" fmla="*/ 0 h 730"/>
                <a:gd name="T2" fmla="*/ 459 w 459"/>
                <a:gd name="T3" fmla="*/ 0 h 730"/>
                <a:gd name="T4" fmla="*/ 459 w 459"/>
                <a:gd name="T5" fmla="*/ 478 h 730"/>
                <a:gd name="T6" fmla="*/ 393 w 459"/>
                <a:gd name="T7" fmla="*/ 493 h 730"/>
                <a:gd name="T8" fmla="*/ 329 w 459"/>
                <a:gd name="T9" fmla="*/ 514 h 730"/>
                <a:gd name="T10" fmla="*/ 267 w 459"/>
                <a:gd name="T11" fmla="*/ 539 h 730"/>
                <a:gd name="T12" fmla="*/ 207 w 459"/>
                <a:gd name="T13" fmla="*/ 569 h 730"/>
                <a:gd name="T14" fmla="*/ 151 w 459"/>
                <a:gd name="T15" fmla="*/ 603 h 730"/>
                <a:gd name="T16" fmla="*/ 98 w 459"/>
                <a:gd name="T17" fmla="*/ 642 h 730"/>
                <a:gd name="T18" fmla="*/ 46 w 459"/>
                <a:gd name="T19" fmla="*/ 684 h 730"/>
                <a:gd name="T20" fmla="*/ 0 w 459"/>
                <a:gd name="T21" fmla="*/ 730 h 730"/>
                <a:gd name="T22" fmla="*/ 0 w 459"/>
                <a:gd name="T23" fmla="*/ 0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59" h="730">
                  <a:moveTo>
                    <a:pt x="0" y="0"/>
                  </a:moveTo>
                  <a:lnTo>
                    <a:pt x="459" y="0"/>
                  </a:lnTo>
                  <a:lnTo>
                    <a:pt x="459" y="478"/>
                  </a:lnTo>
                  <a:lnTo>
                    <a:pt x="393" y="493"/>
                  </a:lnTo>
                  <a:lnTo>
                    <a:pt x="329" y="514"/>
                  </a:lnTo>
                  <a:lnTo>
                    <a:pt x="267" y="539"/>
                  </a:lnTo>
                  <a:lnTo>
                    <a:pt x="207" y="569"/>
                  </a:lnTo>
                  <a:lnTo>
                    <a:pt x="151" y="603"/>
                  </a:lnTo>
                  <a:lnTo>
                    <a:pt x="98" y="642"/>
                  </a:lnTo>
                  <a:lnTo>
                    <a:pt x="46" y="684"/>
                  </a:lnTo>
                  <a:lnTo>
                    <a:pt x="0" y="73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Freeform 31">
              <a:extLst>
                <a:ext uri="{FF2B5EF4-FFF2-40B4-BE49-F238E27FC236}">
                  <a16:creationId xmlns:a16="http://schemas.microsoft.com/office/drawing/2014/main" id="{4DF7B939-E8B8-0B7E-5A7C-63305C4CF3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601" y="473075"/>
              <a:ext cx="52388" cy="33338"/>
            </a:xfrm>
            <a:custGeom>
              <a:avLst/>
              <a:gdLst>
                <a:gd name="T0" fmla="*/ 0 w 461"/>
                <a:gd name="T1" fmla="*/ 0 h 290"/>
                <a:gd name="T2" fmla="*/ 461 w 461"/>
                <a:gd name="T3" fmla="*/ 0 h 290"/>
                <a:gd name="T4" fmla="*/ 461 w 461"/>
                <a:gd name="T5" fmla="*/ 290 h 290"/>
                <a:gd name="T6" fmla="*/ 403 w 461"/>
                <a:gd name="T7" fmla="*/ 249 h 290"/>
                <a:gd name="T8" fmla="*/ 344 w 461"/>
                <a:gd name="T9" fmla="*/ 212 h 290"/>
                <a:gd name="T10" fmla="*/ 280 w 461"/>
                <a:gd name="T11" fmla="*/ 181 h 290"/>
                <a:gd name="T12" fmla="*/ 213 w 461"/>
                <a:gd name="T13" fmla="*/ 155 h 290"/>
                <a:gd name="T14" fmla="*/ 144 w 461"/>
                <a:gd name="T15" fmla="*/ 134 h 290"/>
                <a:gd name="T16" fmla="*/ 73 w 461"/>
                <a:gd name="T17" fmla="*/ 119 h 290"/>
                <a:gd name="T18" fmla="*/ 0 w 461"/>
                <a:gd name="T19" fmla="*/ 109 h 290"/>
                <a:gd name="T20" fmla="*/ 0 w 461"/>
                <a:gd name="T21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1" h="290">
                  <a:moveTo>
                    <a:pt x="0" y="0"/>
                  </a:moveTo>
                  <a:lnTo>
                    <a:pt x="461" y="0"/>
                  </a:lnTo>
                  <a:lnTo>
                    <a:pt x="461" y="290"/>
                  </a:lnTo>
                  <a:lnTo>
                    <a:pt x="403" y="249"/>
                  </a:lnTo>
                  <a:lnTo>
                    <a:pt x="344" y="212"/>
                  </a:lnTo>
                  <a:lnTo>
                    <a:pt x="280" y="181"/>
                  </a:lnTo>
                  <a:lnTo>
                    <a:pt x="213" y="155"/>
                  </a:lnTo>
                  <a:lnTo>
                    <a:pt x="144" y="134"/>
                  </a:lnTo>
                  <a:lnTo>
                    <a:pt x="73" y="119"/>
                  </a:lnTo>
                  <a:lnTo>
                    <a:pt x="0" y="10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Freeform 32">
              <a:extLst>
                <a:ext uri="{FF2B5EF4-FFF2-40B4-BE49-F238E27FC236}">
                  <a16:creationId xmlns:a16="http://schemas.microsoft.com/office/drawing/2014/main" id="{17CDD7C0-DDE3-20A3-11B9-EA5FD6B66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3351" y="622300"/>
              <a:ext cx="106363" cy="106363"/>
            </a:xfrm>
            <a:custGeom>
              <a:avLst/>
              <a:gdLst>
                <a:gd name="T0" fmla="*/ 438 w 939"/>
                <a:gd name="T1" fmla="*/ 0 h 943"/>
                <a:gd name="T2" fmla="*/ 807 w 939"/>
                <a:gd name="T3" fmla="*/ 310 h 943"/>
                <a:gd name="T4" fmla="*/ 840 w 939"/>
                <a:gd name="T5" fmla="*/ 340 h 943"/>
                <a:gd name="T6" fmla="*/ 869 w 939"/>
                <a:gd name="T7" fmla="*/ 374 h 943"/>
                <a:gd name="T8" fmla="*/ 893 w 939"/>
                <a:gd name="T9" fmla="*/ 409 h 943"/>
                <a:gd name="T10" fmla="*/ 911 w 939"/>
                <a:gd name="T11" fmla="*/ 447 h 943"/>
                <a:gd name="T12" fmla="*/ 926 w 939"/>
                <a:gd name="T13" fmla="*/ 486 h 943"/>
                <a:gd name="T14" fmla="*/ 935 w 939"/>
                <a:gd name="T15" fmla="*/ 527 h 943"/>
                <a:gd name="T16" fmla="*/ 939 w 939"/>
                <a:gd name="T17" fmla="*/ 568 h 943"/>
                <a:gd name="T18" fmla="*/ 939 w 939"/>
                <a:gd name="T19" fmla="*/ 609 h 943"/>
                <a:gd name="T20" fmla="*/ 934 w 939"/>
                <a:gd name="T21" fmla="*/ 651 h 943"/>
                <a:gd name="T22" fmla="*/ 924 w 939"/>
                <a:gd name="T23" fmla="*/ 691 h 943"/>
                <a:gd name="T24" fmla="*/ 909 w 939"/>
                <a:gd name="T25" fmla="*/ 731 h 943"/>
                <a:gd name="T26" fmla="*/ 890 w 939"/>
                <a:gd name="T27" fmla="*/ 769 h 943"/>
                <a:gd name="T28" fmla="*/ 865 w 939"/>
                <a:gd name="T29" fmla="*/ 806 h 943"/>
                <a:gd name="T30" fmla="*/ 835 w 939"/>
                <a:gd name="T31" fmla="*/ 840 h 943"/>
                <a:gd name="T32" fmla="*/ 802 w 939"/>
                <a:gd name="T33" fmla="*/ 869 h 943"/>
                <a:gd name="T34" fmla="*/ 766 w 939"/>
                <a:gd name="T35" fmla="*/ 893 h 943"/>
                <a:gd name="T36" fmla="*/ 728 w 939"/>
                <a:gd name="T37" fmla="*/ 913 h 943"/>
                <a:gd name="T38" fmla="*/ 688 w 939"/>
                <a:gd name="T39" fmla="*/ 927 h 943"/>
                <a:gd name="T40" fmla="*/ 648 w 939"/>
                <a:gd name="T41" fmla="*/ 938 h 943"/>
                <a:gd name="T42" fmla="*/ 607 w 939"/>
                <a:gd name="T43" fmla="*/ 943 h 943"/>
                <a:gd name="T44" fmla="*/ 566 w 939"/>
                <a:gd name="T45" fmla="*/ 943 h 943"/>
                <a:gd name="T46" fmla="*/ 525 w 939"/>
                <a:gd name="T47" fmla="*/ 939 h 943"/>
                <a:gd name="T48" fmla="*/ 484 w 939"/>
                <a:gd name="T49" fmla="*/ 929 h 943"/>
                <a:gd name="T50" fmla="*/ 445 w 939"/>
                <a:gd name="T51" fmla="*/ 916 h 943"/>
                <a:gd name="T52" fmla="*/ 407 w 939"/>
                <a:gd name="T53" fmla="*/ 897 h 943"/>
                <a:gd name="T54" fmla="*/ 372 w 939"/>
                <a:gd name="T55" fmla="*/ 874 h 943"/>
                <a:gd name="T56" fmla="*/ 338 w 939"/>
                <a:gd name="T57" fmla="*/ 846 h 943"/>
                <a:gd name="T58" fmla="*/ 308 w 939"/>
                <a:gd name="T59" fmla="*/ 813 h 943"/>
                <a:gd name="T60" fmla="*/ 0 w 939"/>
                <a:gd name="T61" fmla="*/ 442 h 943"/>
                <a:gd name="T62" fmla="*/ 64 w 939"/>
                <a:gd name="T63" fmla="*/ 410 h 943"/>
                <a:gd name="T64" fmla="*/ 124 w 939"/>
                <a:gd name="T65" fmla="*/ 373 h 943"/>
                <a:gd name="T66" fmla="*/ 181 w 939"/>
                <a:gd name="T67" fmla="*/ 332 h 943"/>
                <a:gd name="T68" fmla="*/ 234 w 939"/>
                <a:gd name="T69" fmla="*/ 286 h 943"/>
                <a:gd name="T70" fmla="*/ 283 w 939"/>
                <a:gd name="T71" fmla="*/ 236 h 943"/>
                <a:gd name="T72" fmla="*/ 330 w 939"/>
                <a:gd name="T73" fmla="*/ 182 h 943"/>
                <a:gd name="T74" fmla="*/ 370 w 939"/>
                <a:gd name="T75" fmla="*/ 124 h 943"/>
                <a:gd name="T76" fmla="*/ 407 w 939"/>
                <a:gd name="T77" fmla="*/ 64 h 943"/>
                <a:gd name="T78" fmla="*/ 438 w 939"/>
                <a:gd name="T79" fmla="*/ 0 h 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939" h="943">
                  <a:moveTo>
                    <a:pt x="438" y="0"/>
                  </a:moveTo>
                  <a:lnTo>
                    <a:pt x="807" y="310"/>
                  </a:lnTo>
                  <a:lnTo>
                    <a:pt x="840" y="340"/>
                  </a:lnTo>
                  <a:lnTo>
                    <a:pt x="869" y="374"/>
                  </a:lnTo>
                  <a:lnTo>
                    <a:pt x="893" y="409"/>
                  </a:lnTo>
                  <a:lnTo>
                    <a:pt x="911" y="447"/>
                  </a:lnTo>
                  <a:lnTo>
                    <a:pt x="926" y="486"/>
                  </a:lnTo>
                  <a:lnTo>
                    <a:pt x="935" y="527"/>
                  </a:lnTo>
                  <a:lnTo>
                    <a:pt x="939" y="568"/>
                  </a:lnTo>
                  <a:lnTo>
                    <a:pt x="939" y="609"/>
                  </a:lnTo>
                  <a:lnTo>
                    <a:pt x="934" y="651"/>
                  </a:lnTo>
                  <a:lnTo>
                    <a:pt x="924" y="691"/>
                  </a:lnTo>
                  <a:lnTo>
                    <a:pt x="909" y="731"/>
                  </a:lnTo>
                  <a:lnTo>
                    <a:pt x="890" y="769"/>
                  </a:lnTo>
                  <a:lnTo>
                    <a:pt x="865" y="806"/>
                  </a:lnTo>
                  <a:lnTo>
                    <a:pt x="835" y="840"/>
                  </a:lnTo>
                  <a:lnTo>
                    <a:pt x="802" y="869"/>
                  </a:lnTo>
                  <a:lnTo>
                    <a:pt x="766" y="893"/>
                  </a:lnTo>
                  <a:lnTo>
                    <a:pt x="728" y="913"/>
                  </a:lnTo>
                  <a:lnTo>
                    <a:pt x="688" y="927"/>
                  </a:lnTo>
                  <a:lnTo>
                    <a:pt x="648" y="938"/>
                  </a:lnTo>
                  <a:lnTo>
                    <a:pt x="607" y="943"/>
                  </a:lnTo>
                  <a:lnTo>
                    <a:pt x="566" y="943"/>
                  </a:lnTo>
                  <a:lnTo>
                    <a:pt x="525" y="939"/>
                  </a:lnTo>
                  <a:lnTo>
                    <a:pt x="484" y="929"/>
                  </a:lnTo>
                  <a:lnTo>
                    <a:pt x="445" y="916"/>
                  </a:lnTo>
                  <a:lnTo>
                    <a:pt x="407" y="897"/>
                  </a:lnTo>
                  <a:lnTo>
                    <a:pt x="372" y="874"/>
                  </a:lnTo>
                  <a:lnTo>
                    <a:pt x="338" y="846"/>
                  </a:lnTo>
                  <a:lnTo>
                    <a:pt x="308" y="813"/>
                  </a:lnTo>
                  <a:lnTo>
                    <a:pt x="0" y="442"/>
                  </a:lnTo>
                  <a:lnTo>
                    <a:pt x="64" y="410"/>
                  </a:lnTo>
                  <a:lnTo>
                    <a:pt x="124" y="373"/>
                  </a:lnTo>
                  <a:lnTo>
                    <a:pt x="181" y="332"/>
                  </a:lnTo>
                  <a:lnTo>
                    <a:pt x="234" y="286"/>
                  </a:lnTo>
                  <a:lnTo>
                    <a:pt x="283" y="236"/>
                  </a:lnTo>
                  <a:lnTo>
                    <a:pt x="330" y="182"/>
                  </a:lnTo>
                  <a:lnTo>
                    <a:pt x="370" y="124"/>
                  </a:lnTo>
                  <a:lnTo>
                    <a:pt x="407" y="64"/>
                  </a:lnTo>
                  <a:lnTo>
                    <a:pt x="4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Freeform 33">
              <a:extLst>
                <a:ext uri="{FF2B5EF4-FFF2-40B4-BE49-F238E27FC236}">
                  <a16:creationId xmlns:a16="http://schemas.microsoft.com/office/drawing/2014/main" id="{C4ACF2D5-B807-CD81-E98B-83DA161C1B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51113" y="501650"/>
              <a:ext cx="163513" cy="163513"/>
            </a:xfrm>
            <a:custGeom>
              <a:avLst/>
              <a:gdLst>
                <a:gd name="T0" fmla="*/ 614 w 1447"/>
                <a:gd name="T1" fmla="*/ 223 h 1446"/>
                <a:gd name="T2" fmla="*/ 465 w 1447"/>
                <a:gd name="T3" fmla="*/ 280 h 1446"/>
                <a:gd name="T4" fmla="*/ 343 w 1447"/>
                <a:gd name="T5" fmla="*/ 380 h 1446"/>
                <a:gd name="T6" fmla="*/ 257 w 1447"/>
                <a:gd name="T7" fmla="*/ 511 h 1446"/>
                <a:gd name="T8" fmla="*/ 215 w 1447"/>
                <a:gd name="T9" fmla="*/ 666 h 1446"/>
                <a:gd name="T10" fmla="*/ 223 w 1447"/>
                <a:gd name="T11" fmla="*/ 833 h 1446"/>
                <a:gd name="T12" fmla="*/ 282 w 1447"/>
                <a:gd name="T13" fmla="*/ 981 h 1446"/>
                <a:gd name="T14" fmla="*/ 380 w 1447"/>
                <a:gd name="T15" fmla="*/ 1103 h 1446"/>
                <a:gd name="T16" fmla="*/ 512 w 1447"/>
                <a:gd name="T17" fmla="*/ 1189 h 1446"/>
                <a:gd name="T18" fmla="*/ 668 w 1447"/>
                <a:gd name="T19" fmla="*/ 1231 h 1446"/>
                <a:gd name="T20" fmla="*/ 833 w 1447"/>
                <a:gd name="T21" fmla="*/ 1223 h 1446"/>
                <a:gd name="T22" fmla="*/ 982 w 1447"/>
                <a:gd name="T23" fmla="*/ 1165 h 1446"/>
                <a:gd name="T24" fmla="*/ 1104 w 1447"/>
                <a:gd name="T25" fmla="*/ 1066 h 1446"/>
                <a:gd name="T26" fmla="*/ 1190 w 1447"/>
                <a:gd name="T27" fmla="*/ 935 h 1446"/>
                <a:gd name="T28" fmla="*/ 1233 w 1447"/>
                <a:gd name="T29" fmla="*/ 778 h 1446"/>
                <a:gd name="T30" fmla="*/ 1224 w 1447"/>
                <a:gd name="T31" fmla="*/ 613 h 1446"/>
                <a:gd name="T32" fmla="*/ 1166 w 1447"/>
                <a:gd name="T33" fmla="*/ 464 h 1446"/>
                <a:gd name="T34" fmla="*/ 1067 w 1447"/>
                <a:gd name="T35" fmla="*/ 343 h 1446"/>
                <a:gd name="T36" fmla="*/ 935 w 1447"/>
                <a:gd name="T37" fmla="*/ 257 h 1446"/>
                <a:gd name="T38" fmla="*/ 779 w 1447"/>
                <a:gd name="T39" fmla="*/ 214 h 1446"/>
                <a:gd name="T40" fmla="*/ 789 w 1447"/>
                <a:gd name="T41" fmla="*/ 2 h 1446"/>
                <a:gd name="T42" fmla="*/ 976 w 1447"/>
                <a:gd name="T43" fmla="*/ 45 h 1446"/>
                <a:gd name="T44" fmla="*/ 1141 w 1447"/>
                <a:gd name="T45" fmla="*/ 131 h 1446"/>
                <a:gd name="T46" fmla="*/ 1277 w 1447"/>
                <a:gd name="T47" fmla="*/ 257 h 1446"/>
                <a:gd name="T48" fmla="*/ 1377 w 1447"/>
                <a:gd name="T49" fmla="*/ 413 h 1446"/>
                <a:gd name="T50" fmla="*/ 1436 w 1447"/>
                <a:gd name="T51" fmla="*/ 593 h 1446"/>
                <a:gd name="T52" fmla="*/ 1444 w 1447"/>
                <a:gd name="T53" fmla="*/ 789 h 1446"/>
                <a:gd name="T54" fmla="*/ 1402 w 1447"/>
                <a:gd name="T55" fmla="*/ 975 h 1446"/>
                <a:gd name="T56" fmla="*/ 1315 w 1447"/>
                <a:gd name="T57" fmla="*/ 1140 h 1446"/>
                <a:gd name="T58" fmla="*/ 1190 w 1447"/>
                <a:gd name="T59" fmla="*/ 1275 h 1446"/>
                <a:gd name="T60" fmla="*/ 1034 w 1447"/>
                <a:gd name="T61" fmla="*/ 1376 h 1446"/>
                <a:gd name="T62" fmla="*/ 854 w 1447"/>
                <a:gd name="T63" fmla="*/ 1435 h 1446"/>
                <a:gd name="T64" fmla="*/ 658 w 1447"/>
                <a:gd name="T65" fmla="*/ 1443 h 1446"/>
                <a:gd name="T66" fmla="*/ 471 w 1447"/>
                <a:gd name="T67" fmla="*/ 1401 h 1446"/>
                <a:gd name="T68" fmla="*/ 306 w 1447"/>
                <a:gd name="T69" fmla="*/ 1313 h 1446"/>
                <a:gd name="T70" fmla="*/ 170 w 1447"/>
                <a:gd name="T71" fmla="*/ 1188 h 1446"/>
                <a:gd name="T72" fmla="*/ 70 w 1447"/>
                <a:gd name="T73" fmla="*/ 1033 h 1446"/>
                <a:gd name="T74" fmla="*/ 12 w 1447"/>
                <a:gd name="T75" fmla="*/ 852 h 1446"/>
                <a:gd name="T76" fmla="*/ 3 w 1447"/>
                <a:gd name="T77" fmla="*/ 657 h 1446"/>
                <a:gd name="T78" fmla="*/ 45 w 1447"/>
                <a:gd name="T79" fmla="*/ 470 h 1446"/>
                <a:gd name="T80" fmla="*/ 133 w 1447"/>
                <a:gd name="T81" fmla="*/ 306 h 1446"/>
                <a:gd name="T82" fmla="*/ 258 w 1447"/>
                <a:gd name="T83" fmla="*/ 169 h 1446"/>
                <a:gd name="T84" fmla="*/ 413 w 1447"/>
                <a:gd name="T85" fmla="*/ 69 h 1446"/>
                <a:gd name="T86" fmla="*/ 594 w 1447"/>
                <a:gd name="T87" fmla="*/ 11 h 1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47" h="1446">
                  <a:moveTo>
                    <a:pt x="724" y="211"/>
                  </a:moveTo>
                  <a:lnTo>
                    <a:pt x="668" y="214"/>
                  </a:lnTo>
                  <a:lnTo>
                    <a:pt x="614" y="223"/>
                  </a:lnTo>
                  <a:lnTo>
                    <a:pt x="562" y="237"/>
                  </a:lnTo>
                  <a:lnTo>
                    <a:pt x="512" y="257"/>
                  </a:lnTo>
                  <a:lnTo>
                    <a:pt x="465" y="280"/>
                  </a:lnTo>
                  <a:lnTo>
                    <a:pt x="422" y="309"/>
                  </a:lnTo>
                  <a:lnTo>
                    <a:pt x="380" y="343"/>
                  </a:lnTo>
                  <a:lnTo>
                    <a:pt x="343" y="380"/>
                  </a:lnTo>
                  <a:lnTo>
                    <a:pt x="311" y="420"/>
                  </a:lnTo>
                  <a:lnTo>
                    <a:pt x="282" y="464"/>
                  </a:lnTo>
                  <a:lnTo>
                    <a:pt x="257" y="511"/>
                  </a:lnTo>
                  <a:lnTo>
                    <a:pt x="238" y="561"/>
                  </a:lnTo>
                  <a:lnTo>
                    <a:pt x="223" y="613"/>
                  </a:lnTo>
                  <a:lnTo>
                    <a:pt x="215" y="666"/>
                  </a:lnTo>
                  <a:lnTo>
                    <a:pt x="212" y="723"/>
                  </a:lnTo>
                  <a:lnTo>
                    <a:pt x="215" y="778"/>
                  </a:lnTo>
                  <a:lnTo>
                    <a:pt x="223" y="833"/>
                  </a:lnTo>
                  <a:lnTo>
                    <a:pt x="238" y="884"/>
                  </a:lnTo>
                  <a:lnTo>
                    <a:pt x="257" y="935"/>
                  </a:lnTo>
                  <a:lnTo>
                    <a:pt x="282" y="981"/>
                  </a:lnTo>
                  <a:lnTo>
                    <a:pt x="311" y="1025"/>
                  </a:lnTo>
                  <a:lnTo>
                    <a:pt x="343" y="1066"/>
                  </a:lnTo>
                  <a:lnTo>
                    <a:pt x="380" y="1103"/>
                  </a:lnTo>
                  <a:lnTo>
                    <a:pt x="422" y="1136"/>
                  </a:lnTo>
                  <a:lnTo>
                    <a:pt x="465" y="1165"/>
                  </a:lnTo>
                  <a:lnTo>
                    <a:pt x="512" y="1189"/>
                  </a:lnTo>
                  <a:lnTo>
                    <a:pt x="562" y="1209"/>
                  </a:lnTo>
                  <a:lnTo>
                    <a:pt x="614" y="1223"/>
                  </a:lnTo>
                  <a:lnTo>
                    <a:pt x="668" y="1231"/>
                  </a:lnTo>
                  <a:lnTo>
                    <a:pt x="724" y="1234"/>
                  </a:lnTo>
                  <a:lnTo>
                    <a:pt x="779" y="1231"/>
                  </a:lnTo>
                  <a:lnTo>
                    <a:pt x="833" y="1223"/>
                  </a:lnTo>
                  <a:lnTo>
                    <a:pt x="886" y="1209"/>
                  </a:lnTo>
                  <a:lnTo>
                    <a:pt x="935" y="1189"/>
                  </a:lnTo>
                  <a:lnTo>
                    <a:pt x="982" y="1165"/>
                  </a:lnTo>
                  <a:lnTo>
                    <a:pt x="1027" y="1136"/>
                  </a:lnTo>
                  <a:lnTo>
                    <a:pt x="1067" y="1103"/>
                  </a:lnTo>
                  <a:lnTo>
                    <a:pt x="1104" y="1066"/>
                  </a:lnTo>
                  <a:lnTo>
                    <a:pt x="1137" y="1025"/>
                  </a:lnTo>
                  <a:lnTo>
                    <a:pt x="1166" y="981"/>
                  </a:lnTo>
                  <a:lnTo>
                    <a:pt x="1190" y="935"/>
                  </a:lnTo>
                  <a:lnTo>
                    <a:pt x="1209" y="884"/>
                  </a:lnTo>
                  <a:lnTo>
                    <a:pt x="1224" y="833"/>
                  </a:lnTo>
                  <a:lnTo>
                    <a:pt x="1233" y="778"/>
                  </a:lnTo>
                  <a:lnTo>
                    <a:pt x="1236" y="723"/>
                  </a:lnTo>
                  <a:lnTo>
                    <a:pt x="1233" y="666"/>
                  </a:lnTo>
                  <a:lnTo>
                    <a:pt x="1224" y="613"/>
                  </a:lnTo>
                  <a:lnTo>
                    <a:pt x="1209" y="561"/>
                  </a:lnTo>
                  <a:lnTo>
                    <a:pt x="1190" y="511"/>
                  </a:lnTo>
                  <a:lnTo>
                    <a:pt x="1166" y="464"/>
                  </a:lnTo>
                  <a:lnTo>
                    <a:pt x="1137" y="420"/>
                  </a:lnTo>
                  <a:lnTo>
                    <a:pt x="1104" y="380"/>
                  </a:lnTo>
                  <a:lnTo>
                    <a:pt x="1067" y="343"/>
                  </a:lnTo>
                  <a:lnTo>
                    <a:pt x="1027" y="309"/>
                  </a:lnTo>
                  <a:lnTo>
                    <a:pt x="982" y="280"/>
                  </a:lnTo>
                  <a:lnTo>
                    <a:pt x="935" y="257"/>
                  </a:lnTo>
                  <a:lnTo>
                    <a:pt x="886" y="237"/>
                  </a:lnTo>
                  <a:lnTo>
                    <a:pt x="833" y="223"/>
                  </a:lnTo>
                  <a:lnTo>
                    <a:pt x="779" y="214"/>
                  </a:lnTo>
                  <a:lnTo>
                    <a:pt x="724" y="211"/>
                  </a:lnTo>
                  <a:close/>
                  <a:moveTo>
                    <a:pt x="724" y="0"/>
                  </a:moveTo>
                  <a:lnTo>
                    <a:pt x="789" y="2"/>
                  </a:lnTo>
                  <a:lnTo>
                    <a:pt x="854" y="11"/>
                  </a:lnTo>
                  <a:lnTo>
                    <a:pt x="916" y="26"/>
                  </a:lnTo>
                  <a:lnTo>
                    <a:pt x="976" y="45"/>
                  </a:lnTo>
                  <a:lnTo>
                    <a:pt x="1034" y="69"/>
                  </a:lnTo>
                  <a:lnTo>
                    <a:pt x="1088" y="99"/>
                  </a:lnTo>
                  <a:lnTo>
                    <a:pt x="1141" y="131"/>
                  </a:lnTo>
                  <a:lnTo>
                    <a:pt x="1190" y="169"/>
                  </a:lnTo>
                  <a:lnTo>
                    <a:pt x="1235" y="212"/>
                  </a:lnTo>
                  <a:lnTo>
                    <a:pt x="1277" y="257"/>
                  </a:lnTo>
                  <a:lnTo>
                    <a:pt x="1314" y="305"/>
                  </a:lnTo>
                  <a:lnTo>
                    <a:pt x="1348" y="357"/>
                  </a:lnTo>
                  <a:lnTo>
                    <a:pt x="1377" y="413"/>
                  </a:lnTo>
                  <a:lnTo>
                    <a:pt x="1402" y="470"/>
                  </a:lnTo>
                  <a:lnTo>
                    <a:pt x="1421" y="530"/>
                  </a:lnTo>
                  <a:lnTo>
                    <a:pt x="1436" y="593"/>
                  </a:lnTo>
                  <a:lnTo>
                    <a:pt x="1444" y="657"/>
                  </a:lnTo>
                  <a:lnTo>
                    <a:pt x="1447" y="723"/>
                  </a:lnTo>
                  <a:lnTo>
                    <a:pt x="1444" y="789"/>
                  </a:lnTo>
                  <a:lnTo>
                    <a:pt x="1436" y="852"/>
                  </a:lnTo>
                  <a:lnTo>
                    <a:pt x="1421" y="915"/>
                  </a:lnTo>
                  <a:lnTo>
                    <a:pt x="1402" y="975"/>
                  </a:lnTo>
                  <a:lnTo>
                    <a:pt x="1378" y="1033"/>
                  </a:lnTo>
                  <a:lnTo>
                    <a:pt x="1348" y="1088"/>
                  </a:lnTo>
                  <a:lnTo>
                    <a:pt x="1315" y="1140"/>
                  </a:lnTo>
                  <a:lnTo>
                    <a:pt x="1277" y="1188"/>
                  </a:lnTo>
                  <a:lnTo>
                    <a:pt x="1235" y="1234"/>
                  </a:lnTo>
                  <a:lnTo>
                    <a:pt x="1190" y="1275"/>
                  </a:lnTo>
                  <a:lnTo>
                    <a:pt x="1141" y="1313"/>
                  </a:lnTo>
                  <a:lnTo>
                    <a:pt x="1089" y="1347"/>
                  </a:lnTo>
                  <a:lnTo>
                    <a:pt x="1034" y="1376"/>
                  </a:lnTo>
                  <a:lnTo>
                    <a:pt x="976" y="1401"/>
                  </a:lnTo>
                  <a:lnTo>
                    <a:pt x="916" y="1420"/>
                  </a:lnTo>
                  <a:lnTo>
                    <a:pt x="854" y="1435"/>
                  </a:lnTo>
                  <a:lnTo>
                    <a:pt x="789" y="1443"/>
                  </a:lnTo>
                  <a:lnTo>
                    <a:pt x="724" y="1446"/>
                  </a:lnTo>
                  <a:lnTo>
                    <a:pt x="658" y="1443"/>
                  </a:lnTo>
                  <a:lnTo>
                    <a:pt x="593" y="1435"/>
                  </a:lnTo>
                  <a:lnTo>
                    <a:pt x="531" y="1420"/>
                  </a:lnTo>
                  <a:lnTo>
                    <a:pt x="471" y="1401"/>
                  </a:lnTo>
                  <a:lnTo>
                    <a:pt x="413" y="1376"/>
                  </a:lnTo>
                  <a:lnTo>
                    <a:pt x="358" y="1347"/>
                  </a:lnTo>
                  <a:lnTo>
                    <a:pt x="306" y="1313"/>
                  </a:lnTo>
                  <a:lnTo>
                    <a:pt x="257" y="1275"/>
                  </a:lnTo>
                  <a:lnTo>
                    <a:pt x="212" y="1234"/>
                  </a:lnTo>
                  <a:lnTo>
                    <a:pt x="170" y="1188"/>
                  </a:lnTo>
                  <a:lnTo>
                    <a:pt x="133" y="1140"/>
                  </a:lnTo>
                  <a:lnTo>
                    <a:pt x="99" y="1088"/>
                  </a:lnTo>
                  <a:lnTo>
                    <a:pt x="70" y="1033"/>
                  </a:lnTo>
                  <a:lnTo>
                    <a:pt x="45" y="975"/>
                  </a:lnTo>
                  <a:lnTo>
                    <a:pt x="26" y="915"/>
                  </a:lnTo>
                  <a:lnTo>
                    <a:pt x="12" y="852"/>
                  </a:lnTo>
                  <a:lnTo>
                    <a:pt x="3" y="789"/>
                  </a:lnTo>
                  <a:lnTo>
                    <a:pt x="0" y="723"/>
                  </a:lnTo>
                  <a:lnTo>
                    <a:pt x="3" y="657"/>
                  </a:lnTo>
                  <a:lnTo>
                    <a:pt x="12" y="593"/>
                  </a:lnTo>
                  <a:lnTo>
                    <a:pt x="26" y="531"/>
                  </a:lnTo>
                  <a:lnTo>
                    <a:pt x="45" y="470"/>
                  </a:lnTo>
                  <a:lnTo>
                    <a:pt x="70" y="413"/>
                  </a:lnTo>
                  <a:lnTo>
                    <a:pt x="99" y="357"/>
                  </a:lnTo>
                  <a:lnTo>
                    <a:pt x="133" y="306"/>
                  </a:lnTo>
                  <a:lnTo>
                    <a:pt x="171" y="257"/>
                  </a:lnTo>
                  <a:lnTo>
                    <a:pt x="212" y="212"/>
                  </a:lnTo>
                  <a:lnTo>
                    <a:pt x="258" y="169"/>
                  </a:lnTo>
                  <a:lnTo>
                    <a:pt x="306" y="131"/>
                  </a:lnTo>
                  <a:lnTo>
                    <a:pt x="359" y="99"/>
                  </a:lnTo>
                  <a:lnTo>
                    <a:pt x="413" y="69"/>
                  </a:lnTo>
                  <a:lnTo>
                    <a:pt x="471" y="45"/>
                  </a:lnTo>
                  <a:lnTo>
                    <a:pt x="531" y="26"/>
                  </a:lnTo>
                  <a:lnTo>
                    <a:pt x="594" y="11"/>
                  </a:lnTo>
                  <a:lnTo>
                    <a:pt x="658" y="2"/>
                  </a:lnTo>
                  <a:lnTo>
                    <a:pt x="72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Freeform 34">
              <a:extLst>
                <a:ext uri="{FF2B5EF4-FFF2-40B4-BE49-F238E27FC236}">
                  <a16:creationId xmlns:a16="http://schemas.microsoft.com/office/drawing/2014/main" id="{1920E88E-A64D-B16F-6C64-AA7913BF21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601" y="677863"/>
              <a:ext cx="52388" cy="46038"/>
            </a:xfrm>
            <a:custGeom>
              <a:avLst/>
              <a:gdLst>
                <a:gd name="T0" fmla="*/ 139 w 461"/>
                <a:gd name="T1" fmla="*/ 0 h 404"/>
                <a:gd name="T2" fmla="*/ 461 w 461"/>
                <a:gd name="T3" fmla="*/ 380 h 404"/>
                <a:gd name="T4" fmla="*/ 461 w 461"/>
                <a:gd name="T5" fmla="*/ 404 h 404"/>
                <a:gd name="T6" fmla="*/ 0 w 461"/>
                <a:gd name="T7" fmla="*/ 404 h 404"/>
                <a:gd name="T8" fmla="*/ 0 w 461"/>
                <a:gd name="T9" fmla="*/ 22 h 404"/>
                <a:gd name="T10" fmla="*/ 48 w 461"/>
                <a:gd name="T11" fmla="*/ 17 h 404"/>
                <a:gd name="T12" fmla="*/ 94 w 461"/>
                <a:gd name="T13" fmla="*/ 10 h 404"/>
                <a:gd name="T14" fmla="*/ 139 w 461"/>
                <a:gd name="T15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61" h="404">
                  <a:moveTo>
                    <a:pt x="139" y="0"/>
                  </a:moveTo>
                  <a:lnTo>
                    <a:pt x="461" y="380"/>
                  </a:lnTo>
                  <a:lnTo>
                    <a:pt x="461" y="404"/>
                  </a:lnTo>
                  <a:lnTo>
                    <a:pt x="0" y="404"/>
                  </a:lnTo>
                  <a:lnTo>
                    <a:pt x="0" y="22"/>
                  </a:lnTo>
                  <a:lnTo>
                    <a:pt x="48" y="17"/>
                  </a:lnTo>
                  <a:lnTo>
                    <a:pt x="94" y="10"/>
                  </a:lnTo>
                  <a:lnTo>
                    <a:pt x="13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1" name="Freeform 5">
            <a:extLst>
              <a:ext uri="{FF2B5EF4-FFF2-40B4-BE49-F238E27FC236}">
                <a16:creationId xmlns:a16="http://schemas.microsoft.com/office/drawing/2014/main" id="{C92B57DF-6350-964B-3D0C-236E02091169}"/>
              </a:ext>
            </a:extLst>
          </p:cNvPr>
          <p:cNvSpPr>
            <a:spLocks/>
          </p:cNvSpPr>
          <p:nvPr/>
        </p:nvSpPr>
        <p:spPr bwMode="auto">
          <a:xfrm>
            <a:off x="8495661" y="6191803"/>
            <a:ext cx="1935432" cy="688023"/>
          </a:xfrm>
          <a:custGeom>
            <a:avLst/>
            <a:gdLst>
              <a:gd name="T0" fmla="*/ 1312 w 1355"/>
              <a:gd name="T1" fmla="*/ 383 h 441"/>
              <a:gd name="T2" fmla="*/ 1218 w 1355"/>
              <a:gd name="T3" fmla="*/ 334 h 441"/>
              <a:gd name="T4" fmla="*/ 949 w 1355"/>
              <a:gd name="T5" fmla="*/ 45 h 441"/>
              <a:gd name="T6" fmla="*/ 733 w 1355"/>
              <a:gd name="T7" fmla="*/ 16 h 441"/>
              <a:gd name="T8" fmla="*/ 532 w 1355"/>
              <a:gd name="T9" fmla="*/ 110 h 441"/>
              <a:gd name="T10" fmla="*/ 371 w 1355"/>
              <a:gd name="T11" fmla="*/ 205 h 441"/>
              <a:gd name="T12" fmla="*/ 164 w 1355"/>
              <a:gd name="T13" fmla="*/ 265 h 441"/>
              <a:gd name="T14" fmla="*/ 21 w 1355"/>
              <a:gd name="T15" fmla="*/ 423 h 441"/>
              <a:gd name="T16" fmla="*/ 0 w 1355"/>
              <a:gd name="T17" fmla="*/ 441 h 441"/>
              <a:gd name="T18" fmla="*/ 1355 w 1355"/>
              <a:gd name="T19" fmla="*/ 441 h 441"/>
              <a:gd name="T20" fmla="*/ 1312 w 1355"/>
              <a:gd name="T21" fmla="*/ 383 h 4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355" h="441">
                <a:moveTo>
                  <a:pt x="1312" y="383"/>
                </a:moveTo>
                <a:cubicBezTo>
                  <a:pt x="1284" y="361"/>
                  <a:pt x="1249" y="351"/>
                  <a:pt x="1218" y="334"/>
                </a:cubicBezTo>
                <a:cubicBezTo>
                  <a:pt x="1102" y="269"/>
                  <a:pt x="1062" y="114"/>
                  <a:pt x="949" y="45"/>
                </a:cubicBezTo>
                <a:cubicBezTo>
                  <a:pt x="886" y="6"/>
                  <a:pt x="806" y="0"/>
                  <a:pt x="733" y="16"/>
                </a:cubicBezTo>
                <a:cubicBezTo>
                  <a:pt x="660" y="32"/>
                  <a:pt x="594" y="68"/>
                  <a:pt x="532" y="110"/>
                </a:cubicBezTo>
                <a:cubicBezTo>
                  <a:pt x="480" y="145"/>
                  <a:pt x="430" y="184"/>
                  <a:pt x="371" y="205"/>
                </a:cubicBezTo>
                <a:cubicBezTo>
                  <a:pt x="303" y="229"/>
                  <a:pt x="225" y="226"/>
                  <a:pt x="164" y="265"/>
                </a:cubicBezTo>
                <a:cubicBezTo>
                  <a:pt x="104" y="303"/>
                  <a:pt x="72" y="373"/>
                  <a:pt x="21" y="423"/>
                </a:cubicBezTo>
                <a:cubicBezTo>
                  <a:pt x="14" y="429"/>
                  <a:pt x="7" y="435"/>
                  <a:pt x="0" y="441"/>
                </a:cubicBezTo>
                <a:cubicBezTo>
                  <a:pt x="1355" y="441"/>
                  <a:pt x="1355" y="441"/>
                  <a:pt x="1355" y="441"/>
                </a:cubicBezTo>
                <a:cubicBezTo>
                  <a:pt x="1346" y="418"/>
                  <a:pt x="1332" y="398"/>
                  <a:pt x="1312" y="383"/>
                </a:cubicBezTo>
                <a:close/>
              </a:path>
            </a:pathLst>
          </a:custGeom>
          <a:gradFill>
            <a:gsLst>
              <a:gs pos="45000">
                <a:schemeClr val="accent1"/>
              </a:gs>
              <a:gs pos="100000">
                <a:schemeClr val="accent6"/>
              </a:gs>
            </a:gsLst>
            <a:lin ang="19200000" scaled="0"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11611B24-CB24-DB82-4C63-F082D9FA793F}"/>
              </a:ext>
            </a:extLst>
          </p:cNvPr>
          <p:cNvSpPr txBox="1">
            <a:spLocks/>
          </p:cNvSpPr>
          <p:nvPr/>
        </p:nvSpPr>
        <p:spPr>
          <a:xfrm>
            <a:off x="597931" y="267756"/>
            <a:ext cx="5126612" cy="5655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050" b="1" i="0" u="none" strike="noStrike" kern="1200" cap="none" spc="0" normalizeH="0" baseline="0" noProof="0" dirty="0">
                <a:ln>
                  <a:noFill/>
                </a:ln>
                <a:solidFill>
                  <a:srgbClr val="333333">
                    <a:lumMod val="20000"/>
                    <a:lumOff val="80000"/>
                  </a:srgbClr>
                </a:solidFill>
                <a:effectLst/>
                <a:uLnTx/>
                <a:uFillTx/>
                <a:latin typeface="Lato Semibold"/>
                <a:ea typeface="+mn-ea"/>
                <a:cs typeface="+mn-cs"/>
              </a:rPr>
              <a:t>02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33333">
                    <a:lumMod val="20000"/>
                    <a:lumOff val="80000"/>
                  </a:srgbClr>
                </a:solidFill>
                <a:effectLst/>
                <a:uLnTx/>
                <a:uFillTx/>
                <a:latin typeface="Lato Black"/>
                <a:ea typeface="+mn-ea"/>
                <a:cs typeface="+mn-cs"/>
              </a:rPr>
              <a:t>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Lato Black"/>
                <a:ea typeface="+mn-ea"/>
                <a:cs typeface="+mn-cs"/>
              </a:rPr>
              <a:t>VISION GENERAL</a:t>
            </a:r>
            <a:endParaRPr kumimoji="0" lang="en-ID" sz="3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Lato Black"/>
              <a:ea typeface="+mn-ea"/>
              <a:cs typeface="+mn-cs"/>
            </a:endParaRP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0489FB6F-5F07-1CA3-D70A-3BA987BF1DA7}"/>
              </a:ext>
            </a:extLst>
          </p:cNvPr>
          <p:cNvCxnSpPr/>
          <p:nvPr/>
        </p:nvCxnSpPr>
        <p:spPr>
          <a:xfrm>
            <a:off x="3078760" y="1323323"/>
            <a:ext cx="0" cy="543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EC2325CC-735C-6A29-F3A2-E2B5EAD28886}"/>
              </a:ext>
            </a:extLst>
          </p:cNvPr>
          <p:cNvCxnSpPr/>
          <p:nvPr/>
        </p:nvCxnSpPr>
        <p:spPr>
          <a:xfrm>
            <a:off x="3078759" y="2183881"/>
            <a:ext cx="0" cy="543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38E05432-C691-C2A2-87C5-A19E25831E77}"/>
              </a:ext>
            </a:extLst>
          </p:cNvPr>
          <p:cNvCxnSpPr/>
          <p:nvPr/>
        </p:nvCxnSpPr>
        <p:spPr>
          <a:xfrm>
            <a:off x="3078758" y="3078795"/>
            <a:ext cx="0" cy="543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618DC7C8-2940-A72B-8CBA-41AC6D505E66}"/>
              </a:ext>
            </a:extLst>
          </p:cNvPr>
          <p:cNvCxnSpPr/>
          <p:nvPr/>
        </p:nvCxnSpPr>
        <p:spPr>
          <a:xfrm>
            <a:off x="3078758" y="4067932"/>
            <a:ext cx="0" cy="543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13">
            <a:extLst>
              <a:ext uri="{FF2B5EF4-FFF2-40B4-BE49-F238E27FC236}">
                <a16:creationId xmlns:a16="http://schemas.microsoft.com/office/drawing/2014/main" id="{8BBF928F-9272-D5C3-0036-D6668CBDA3C5}"/>
              </a:ext>
            </a:extLst>
          </p:cNvPr>
          <p:cNvSpPr txBox="1"/>
          <p:nvPr/>
        </p:nvSpPr>
        <p:spPr>
          <a:xfrm>
            <a:off x="2567985" y="2663297"/>
            <a:ext cx="1021547" cy="4154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100" b="1" dirty="0">
                <a:solidFill>
                  <a:srgbClr val="333333"/>
                </a:solidFill>
                <a:latin typeface="Lato Black"/>
              </a:rPr>
              <a:t>Email</a:t>
            </a: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549CC115-5558-2537-446C-600E7D40D429}"/>
              </a:ext>
            </a:extLst>
          </p:cNvPr>
          <p:cNvSpPr txBox="1"/>
          <p:nvPr/>
        </p:nvSpPr>
        <p:spPr>
          <a:xfrm>
            <a:off x="1929461" y="3637899"/>
            <a:ext cx="2298594" cy="4154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100" b="1" dirty="0" err="1">
                <a:solidFill>
                  <a:srgbClr val="333333"/>
                </a:solidFill>
                <a:latin typeface="Lato Black"/>
              </a:rPr>
              <a:t>Candidato</a:t>
            </a:r>
            <a:r>
              <a:rPr lang="en-US" sz="2100" b="1" dirty="0">
                <a:solidFill>
                  <a:srgbClr val="333333"/>
                </a:solidFill>
                <a:latin typeface="Lato Black"/>
              </a:rPr>
              <a:t> rellena</a:t>
            </a: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3E84F9F5-FF7D-3D5C-948F-FC77D4371098}"/>
              </a:ext>
            </a:extLst>
          </p:cNvPr>
          <p:cNvSpPr txBox="1"/>
          <p:nvPr/>
        </p:nvSpPr>
        <p:spPr>
          <a:xfrm>
            <a:off x="2127114" y="4641959"/>
            <a:ext cx="1903288" cy="4154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100" b="1" dirty="0">
                <a:solidFill>
                  <a:srgbClr val="333333"/>
                </a:solidFill>
                <a:latin typeface="Lato Black"/>
              </a:rPr>
              <a:t>Admin </a:t>
            </a:r>
            <a:r>
              <a:rPr lang="en-US" sz="2100" b="1" dirty="0" err="1">
                <a:solidFill>
                  <a:srgbClr val="333333"/>
                </a:solidFill>
                <a:latin typeface="Lato Black"/>
              </a:rPr>
              <a:t>valida</a:t>
            </a:r>
            <a:endParaRPr lang="en-US" sz="2100" b="1" dirty="0">
              <a:solidFill>
                <a:srgbClr val="333333"/>
              </a:solidFill>
              <a:latin typeface="Lato Black"/>
            </a:endParaRP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168DDA84-45F1-644D-E9FE-B96053A40BE5}"/>
              </a:ext>
            </a:extLst>
          </p:cNvPr>
          <p:cNvSpPr txBox="1">
            <a:spLocks/>
          </p:cNvSpPr>
          <p:nvPr/>
        </p:nvSpPr>
        <p:spPr>
          <a:xfrm>
            <a:off x="-1241917" y="717608"/>
            <a:ext cx="6135687" cy="261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25" kern="120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Lato Semibold"/>
                <a:ea typeface="+mn-ea"/>
                <a:cs typeface="+mn-cs"/>
              </a:rPr>
              <a:t>Sistema de onboarding RRHH</a:t>
            </a:r>
            <a:endParaRPr kumimoji="0" lang="en-ID" sz="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Lato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1651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A9E12FF-07C4-8939-5E1F-B48954A37C23}"/>
              </a:ext>
            </a:extLst>
          </p:cNvPr>
          <p:cNvSpPr txBox="1"/>
          <p:nvPr/>
        </p:nvSpPr>
        <p:spPr>
          <a:xfrm>
            <a:off x="5494045" y="1601950"/>
            <a:ext cx="4512597" cy="4201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542925" indent="-361950" algn="just">
              <a:buClr>
                <a:schemeClr val="accent1"/>
              </a:buClr>
              <a:buSzPct val="120000"/>
              <a:buFont typeface="+mj-lt"/>
              <a:buAutoNum type="arabicPeriod"/>
            </a:pPr>
            <a:r>
              <a:rPr lang="en-US" sz="1400" dirty="0">
                <a:solidFill>
                  <a:schemeClr val="accent1"/>
                </a:solidFill>
                <a:latin typeface="+mj-lt"/>
              </a:rPr>
              <a:t>Backend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accent1"/>
                </a:solidFill>
              </a:rPr>
              <a:t>Spring Boot </a:t>
            </a:r>
            <a:r>
              <a:rPr lang="es-ES" sz="1400" dirty="0"/>
              <a:t>→ Estándar de la industria. Autoconfiguración + ecosistema maduro (Security, JPA, Mail)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accent1"/>
                </a:solidFill>
              </a:rPr>
              <a:t>Java 21</a:t>
            </a:r>
            <a:r>
              <a:rPr lang="es-ES" sz="1400" dirty="0">
                <a:solidFill>
                  <a:schemeClr val="accent1"/>
                </a:solidFill>
              </a:rPr>
              <a:t> </a:t>
            </a:r>
            <a:r>
              <a:rPr lang="es-ES" sz="1400" dirty="0"/>
              <a:t>→ LTS hasta 2031. Records, </a:t>
            </a:r>
            <a:r>
              <a:rPr lang="es-ES" sz="1400" dirty="0" err="1"/>
              <a:t>pattern</a:t>
            </a:r>
            <a:r>
              <a:rPr lang="es-ES" sz="1400" dirty="0"/>
              <a:t> </a:t>
            </a:r>
            <a:r>
              <a:rPr lang="es-ES" sz="1400" dirty="0" err="1"/>
              <a:t>matching</a:t>
            </a:r>
            <a:r>
              <a:rPr lang="es-ES" sz="1400" dirty="0"/>
              <a:t>, Virtual </a:t>
            </a:r>
            <a:r>
              <a:rPr lang="es-ES" sz="1400" dirty="0" err="1"/>
              <a:t>Threads</a:t>
            </a:r>
            <a:r>
              <a:rPr lang="es-ES" sz="1400" dirty="0"/>
              <a:t> (alta concurrencia sin reactivo)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accent1"/>
                </a:solidFill>
              </a:rPr>
              <a:t>MySQL 8</a:t>
            </a:r>
            <a:r>
              <a:rPr lang="es-ES" sz="1400" dirty="0">
                <a:solidFill>
                  <a:schemeClr val="accent1"/>
                </a:solidFill>
              </a:rPr>
              <a:t> </a:t>
            </a:r>
            <a:r>
              <a:rPr lang="es-ES" sz="1400" dirty="0"/>
              <a:t>→ </a:t>
            </a:r>
            <a:r>
              <a:rPr lang="es-ES" sz="1400" dirty="0" err="1"/>
              <a:t>InnoDB</a:t>
            </a:r>
            <a:r>
              <a:rPr lang="es-ES" sz="1400" dirty="0"/>
              <a:t> con ACID. Datos relacionales con integridad referencial garantizada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accent1"/>
                </a:solidFill>
              </a:rPr>
              <a:t>JWT</a:t>
            </a:r>
            <a:r>
              <a:rPr lang="es-ES" sz="1400" dirty="0"/>
              <a:t> → </a:t>
            </a:r>
            <a:r>
              <a:rPr lang="es-ES" sz="1400" dirty="0" err="1"/>
              <a:t>Stateless</a:t>
            </a:r>
            <a:r>
              <a:rPr lang="es-ES" sz="1400" dirty="0"/>
              <a:t>, escalable horizontalmente sin almacenamiento de sesión</a:t>
            </a:r>
          </a:p>
          <a:p>
            <a:pPr marL="542925" indent="-361950" algn="just">
              <a:lnSpc>
                <a:spcPct val="150000"/>
              </a:lnSpc>
              <a:buClr>
                <a:schemeClr val="accent1"/>
              </a:buClr>
              <a:buSzPct val="120000"/>
              <a:buFont typeface="+mj-lt"/>
              <a:buAutoNum type="arabicPeriod" startAt="2"/>
            </a:pPr>
            <a:r>
              <a:rPr lang="es-ES" sz="1400" dirty="0" err="1">
                <a:solidFill>
                  <a:schemeClr val="accent1"/>
                </a:solidFill>
                <a:latin typeface="+mj-lt"/>
                <a:ea typeface="Lato"/>
                <a:cs typeface="Lato"/>
                <a:sym typeface="Lato"/>
              </a:rPr>
              <a:t>Frontend</a:t>
            </a:r>
            <a:endParaRPr lang="es-ES" sz="1400" dirty="0">
              <a:solidFill>
                <a:schemeClr val="tx1"/>
              </a:solidFill>
              <a:latin typeface="+mj-lt"/>
              <a:ea typeface="Lato"/>
              <a:cs typeface="Lato"/>
              <a:sym typeface="La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accent1"/>
                </a:solidFill>
              </a:rPr>
              <a:t>Angular 21</a:t>
            </a:r>
            <a:r>
              <a:rPr lang="es-ES" sz="1400" dirty="0">
                <a:solidFill>
                  <a:schemeClr val="accent1"/>
                </a:solidFill>
              </a:rPr>
              <a:t> </a:t>
            </a:r>
            <a:r>
              <a:rPr lang="es-ES" sz="1400" dirty="0"/>
              <a:t>→ Tipado nativo, Reactive </a:t>
            </a:r>
            <a:r>
              <a:rPr lang="es-ES" sz="1400" dirty="0" err="1"/>
              <a:t>Forms</a:t>
            </a:r>
            <a:r>
              <a:rPr lang="es-ES" sz="1400" dirty="0"/>
              <a:t> robustos, DI integrada. Ideal para formularios complejos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 err="1">
                <a:solidFill>
                  <a:schemeClr val="accent1"/>
                </a:solidFill>
              </a:rPr>
              <a:t>TypeScript</a:t>
            </a:r>
            <a:r>
              <a:rPr lang="es-ES" sz="1400" b="1" dirty="0">
                <a:solidFill>
                  <a:schemeClr val="accent1"/>
                </a:solidFill>
              </a:rPr>
              <a:t> 5.9</a:t>
            </a:r>
            <a:r>
              <a:rPr lang="es-ES" sz="1400" dirty="0">
                <a:solidFill>
                  <a:schemeClr val="accent1"/>
                </a:solidFill>
              </a:rPr>
              <a:t> </a:t>
            </a:r>
            <a:r>
              <a:rPr lang="es-ES" sz="1400" dirty="0"/>
              <a:t>→ Sistema de tipos fuerte que previene errores en tiempo de compilación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 err="1">
                <a:solidFill>
                  <a:schemeClr val="accent1"/>
                </a:solidFill>
              </a:rPr>
              <a:t>RxJS</a:t>
            </a:r>
            <a:r>
              <a:rPr lang="es-ES" sz="1400" dirty="0"/>
              <a:t> → Manejo declarativo de flujos asíncronos (HTTP, eventos)</a:t>
            </a:r>
          </a:p>
        </p:txBody>
      </p:sp>
      <p:pic>
        <p:nvPicPr>
          <p:cNvPr id="4" name="Picture Placeholder 3" descr="Persona sosteniendo papel">
            <a:extLst>
              <a:ext uri="{FF2B5EF4-FFF2-40B4-BE49-F238E27FC236}">
                <a16:creationId xmlns:a16="http://schemas.microsoft.com/office/drawing/2014/main" id="{30AB1D55-A12F-6702-AF7E-46FA2A137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77" r="29277"/>
          <a:stretch/>
        </p:blipFill>
        <p:spPr>
          <a:xfrm>
            <a:off x="0" y="-52134"/>
            <a:ext cx="4333875" cy="6887797"/>
          </a:xfrm>
          <a:custGeom>
            <a:avLst/>
            <a:gdLst>
              <a:gd name="connsiteX0" fmla="*/ 0 w 3313273"/>
              <a:gd name="connsiteY0" fmla="*/ 0 h 1763758"/>
              <a:gd name="connsiteX1" fmla="*/ 3313273 w 3313273"/>
              <a:gd name="connsiteY1" fmla="*/ 0 h 1763758"/>
              <a:gd name="connsiteX2" fmla="*/ 3313273 w 3313273"/>
              <a:gd name="connsiteY2" fmla="*/ 1763758 h 1763758"/>
              <a:gd name="connsiteX3" fmla="*/ 0 w 3313273"/>
              <a:gd name="connsiteY3" fmla="*/ 1763758 h 1763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3273" h="1763758">
                <a:moveTo>
                  <a:pt x="0" y="0"/>
                </a:moveTo>
                <a:lnTo>
                  <a:pt x="3313273" y="0"/>
                </a:lnTo>
                <a:lnTo>
                  <a:pt x="3313273" y="1763758"/>
                </a:lnTo>
                <a:lnTo>
                  <a:pt x="0" y="1763758"/>
                </a:lnTo>
                <a:close/>
              </a:path>
            </a:pathLst>
          </a:cu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05583165-4B48-2E1C-A9CE-78E67B343CC5}"/>
              </a:ext>
            </a:extLst>
          </p:cNvPr>
          <p:cNvSpPr>
            <a:spLocks/>
          </p:cNvSpPr>
          <p:nvPr/>
        </p:nvSpPr>
        <p:spPr bwMode="auto">
          <a:xfrm rot="16200000">
            <a:off x="9801497" y="-91806"/>
            <a:ext cx="2287266" cy="2493743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45000">
                <a:srgbClr val="FF5038"/>
              </a:gs>
              <a:gs pos="100000">
                <a:srgbClr val="EE880E"/>
              </a:gs>
            </a:gsLst>
            <a:lin ang="2400000" scaled="0"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35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847C26-403B-59C1-3A75-EC25CF5B8C62}"/>
              </a:ext>
            </a:extLst>
          </p:cNvPr>
          <p:cNvSpPr txBox="1">
            <a:spLocks/>
          </p:cNvSpPr>
          <p:nvPr/>
        </p:nvSpPr>
        <p:spPr>
          <a:xfrm>
            <a:off x="3795265" y="92074"/>
            <a:ext cx="6838951" cy="876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050" b="1" i="0" u="none" strike="noStrike" kern="1200" cap="none" spc="0" normalizeH="0" baseline="0" noProof="0" dirty="0">
                <a:ln>
                  <a:noFill/>
                </a:ln>
                <a:solidFill>
                  <a:srgbClr val="333333">
                    <a:lumMod val="20000"/>
                    <a:lumOff val="80000"/>
                  </a:srgbClr>
                </a:solidFill>
                <a:effectLst/>
                <a:uLnTx/>
                <a:uFillTx/>
                <a:latin typeface="Lato Semibold"/>
                <a:ea typeface="+mn-ea"/>
                <a:cs typeface="+mn-cs"/>
              </a:rPr>
              <a:t>03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33333">
                    <a:lumMod val="20000"/>
                    <a:lumOff val="80000"/>
                  </a:srgbClr>
                </a:solidFill>
                <a:effectLst/>
                <a:uLnTx/>
                <a:uFillTx/>
                <a:latin typeface="Lato Black"/>
                <a:ea typeface="+mn-ea"/>
                <a:cs typeface="+mn-cs"/>
              </a:rPr>
              <a:t> </a:t>
            </a:r>
            <a:r>
              <a:rPr lang="en-US" dirty="0">
                <a:solidFill>
                  <a:srgbClr val="333333"/>
                </a:solidFill>
                <a:latin typeface="Lato Black"/>
              </a:rPr>
              <a:t>TECNOLOGÍAS</a:t>
            </a:r>
            <a:endParaRPr kumimoji="0" lang="en-ID" sz="3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Lato Black"/>
              <a:ea typeface="+mn-ea"/>
              <a:cs typeface="+mn-cs"/>
            </a:endParaRP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FC29F3B1-1150-361E-4A7E-BAA6800EBA06}"/>
              </a:ext>
            </a:extLst>
          </p:cNvPr>
          <p:cNvSpPr txBox="1">
            <a:spLocks/>
          </p:cNvSpPr>
          <p:nvPr/>
        </p:nvSpPr>
        <p:spPr>
          <a:xfrm>
            <a:off x="2847003" y="706436"/>
            <a:ext cx="6135687" cy="261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25" kern="120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Lato Semibold"/>
                <a:ea typeface="+mn-ea"/>
                <a:cs typeface="+mn-cs"/>
              </a:rPr>
              <a:t>Sistema de onboarding RRHH</a:t>
            </a:r>
            <a:endParaRPr kumimoji="0" lang="en-ID" sz="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Lato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1142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F687E-5C03-734A-3A89-FB1CF18CC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8346B78-8AF3-E001-E209-3ED9FD7A418A}"/>
              </a:ext>
            </a:extLst>
          </p:cNvPr>
          <p:cNvSpPr txBox="1"/>
          <p:nvPr/>
        </p:nvSpPr>
        <p:spPr>
          <a:xfrm>
            <a:off x="3521329" y="1598964"/>
            <a:ext cx="4282174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0975" algn="just">
              <a:buClr>
                <a:schemeClr val="accent1"/>
              </a:buClr>
              <a:buSzPct val="120000"/>
            </a:pPr>
            <a:r>
              <a:rPr lang="es-ES" sz="1400" dirty="0"/>
              <a:t>Sin </a:t>
            </a:r>
            <a:r>
              <a:rPr lang="es-ES" sz="1400" dirty="0" err="1"/>
              <a:t>NgModules</a:t>
            </a:r>
            <a:r>
              <a:rPr lang="es-ES" sz="1400" dirty="0"/>
              <a:t>. Reduce </a:t>
            </a:r>
            <a:r>
              <a:rPr lang="es-ES" sz="1400" dirty="0" err="1"/>
              <a:t>boilerplate</a:t>
            </a:r>
            <a:r>
              <a:rPr lang="es-ES" sz="1400" dirty="0"/>
              <a:t>, mejora la selección de dependencias. Es la dirección oficial de Angular desde la v17</a:t>
            </a:r>
            <a:endParaRPr lang="en-US" sz="1400" dirty="0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4" name="Picture Placeholder 3" descr="Persona sosteniendo papel">
            <a:extLst>
              <a:ext uri="{FF2B5EF4-FFF2-40B4-BE49-F238E27FC236}">
                <a16:creationId xmlns:a16="http://schemas.microsoft.com/office/drawing/2014/main" id="{ECC63283-6240-03F6-DD31-E9890F98E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77" r="29277"/>
          <a:stretch/>
        </p:blipFill>
        <p:spPr>
          <a:xfrm>
            <a:off x="0" y="-52134"/>
            <a:ext cx="3308685" cy="6887797"/>
          </a:xfrm>
          <a:custGeom>
            <a:avLst/>
            <a:gdLst>
              <a:gd name="connsiteX0" fmla="*/ 0 w 3313273"/>
              <a:gd name="connsiteY0" fmla="*/ 0 h 1763758"/>
              <a:gd name="connsiteX1" fmla="*/ 3313273 w 3313273"/>
              <a:gd name="connsiteY1" fmla="*/ 0 h 1763758"/>
              <a:gd name="connsiteX2" fmla="*/ 3313273 w 3313273"/>
              <a:gd name="connsiteY2" fmla="*/ 1763758 h 1763758"/>
              <a:gd name="connsiteX3" fmla="*/ 0 w 3313273"/>
              <a:gd name="connsiteY3" fmla="*/ 1763758 h 1763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3273" h="1763758">
                <a:moveTo>
                  <a:pt x="0" y="0"/>
                </a:moveTo>
                <a:lnTo>
                  <a:pt x="3313273" y="0"/>
                </a:lnTo>
                <a:lnTo>
                  <a:pt x="3313273" y="1763758"/>
                </a:lnTo>
                <a:lnTo>
                  <a:pt x="0" y="1763758"/>
                </a:lnTo>
                <a:close/>
              </a:path>
            </a:pathLst>
          </a:cu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A67E8319-056B-91DB-6143-29390C8E5AC1}"/>
              </a:ext>
            </a:extLst>
          </p:cNvPr>
          <p:cNvSpPr>
            <a:spLocks/>
          </p:cNvSpPr>
          <p:nvPr/>
        </p:nvSpPr>
        <p:spPr bwMode="auto">
          <a:xfrm rot="16200000">
            <a:off x="9801497" y="-91806"/>
            <a:ext cx="2287266" cy="2493743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45000">
                <a:srgbClr val="FF5038"/>
              </a:gs>
              <a:gs pos="100000">
                <a:srgbClr val="EE880E"/>
              </a:gs>
            </a:gsLst>
            <a:lin ang="2400000" scaled="0"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35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BD1A4D-9596-3005-A2FE-8598524114DB}"/>
              </a:ext>
            </a:extLst>
          </p:cNvPr>
          <p:cNvSpPr txBox="1">
            <a:spLocks/>
          </p:cNvSpPr>
          <p:nvPr/>
        </p:nvSpPr>
        <p:spPr>
          <a:xfrm>
            <a:off x="2143739" y="28084"/>
            <a:ext cx="6838951" cy="876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050" b="1" i="0" u="none" strike="noStrike" kern="1200" cap="none" spc="0" normalizeH="0" baseline="0" noProof="0" dirty="0">
                <a:ln>
                  <a:noFill/>
                </a:ln>
                <a:solidFill>
                  <a:srgbClr val="333333">
                    <a:lumMod val="20000"/>
                    <a:lumOff val="80000"/>
                  </a:srgbClr>
                </a:solidFill>
                <a:effectLst/>
                <a:uLnTx/>
                <a:uFillTx/>
                <a:latin typeface="Lato Semibold"/>
                <a:ea typeface="+mn-ea"/>
                <a:cs typeface="+mn-cs"/>
              </a:rPr>
              <a:t>03.B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33333">
                    <a:lumMod val="20000"/>
                    <a:lumOff val="80000"/>
                  </a:srgbClr>
                </a:solidFill>
                <a:effectLst/>
                <a:uLnTx/>
                <a:uFillTx/>
                <a:latin typeface="Lato Black"/>
                <a:ea typeface="+mn-ea"/>
                <a:cs typeface="+mn-cs"/>
              </a:rPr>
              <a:t> </a:t>
            </a:r>
            <a:r>
              <a:rPr lang="en-US" dirty="0">
                <a:solidFill>
                  <a:srgbClr val="333333"/>
                </a:solidFill>
                <a:latin typeface="Lato Black"/>
              </a:rPr>
              <a:t>FRONT-END</a:t>
            </a:r>
            <a:endParaRPr kumimoji="0" lang="en-ID" sz="3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Lato Black"/>
              <a:ea typeface="+mn-ea"/>
              <a:cs typeface="+mn-cs"/>
            </a:endParaRP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8ACEEB91-BA14-EDF5-5676-2DF999EE5DDB}"/>
              </a:ext>
            </a:extLst>
          </p:cNvPr>
          <p:cNvSpPr txBox="1">
            <a:spLocks/>
          </p:cNvSpPr>
          <p:nvPr/>
        </p:nvSpPr>
        <p:spPr>
          <a:xfrm>
            <a:off x="2384580" y="722664"/>
            <a:ext cx="6135687" cy="261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25" kern="120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Lato Semibold"/>
                <a:ea typeface="+mn-ea"/>
                <a:cs typeface="+mn-cs"/>
              </a:rPr>
              <a:t>Sistema de onboarding RRHH</a:t>
            </a:r>
            <a:endParaRPr kumimoji="0" lang="en-ID" sz="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Lato Semibold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920DF42-3A83-03F9-D6DC-DBE1F2DC9D13}"/>
              </a:ext>
            </a:extLst>
          </p:cNvPr>
          <p:cNvSpPr txBox="1"/>
          <p:nvPr/>
        </p:nvSpPr>
        <p:spPr>
          <a:xfrm>
            <a:off x="3521329" y="1163190"/>
            <a:ext cx="428217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0975" algn="just">
              <a:buClr>
                <a:schemeClr val="accent1"/>
              </a:buClr>
              <a:buSzPct val="120000"/>
            </a:pPr>
            <a:r>
              <a:rPr lang="en-US" sz="1400" dirty="0">
                <a:solidFill>
                  <a:schemeClr val="accent1"/>
                </a:solidFill>
                <a:latin typeface="+mj-lt"/>
              </a:rPr>
              <a:t>1. Standalone Components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268CA70-9209-6F8D-1493-34738D2E2881}"/>
              </a:ext>
            </a:extLst>
          </p:cNvPr>
          <p:cNvSpPr txBox="1"/>
          <p:nvPr/>
        </p:nvSpPr>
        <p:spPr>
          <a:xfrm>
            <a:off x="3521329" y="2434318"/>
            <a:ext cx="428217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0975" algn="just">
              <a:buClr>
                <a:schemeClr val="accent1"/>
              </a:buClr>
              <a:buSzPct val="120000"/>
            </a:pPr>
            <a:r>
              <a:rPr lang="en-US" sz="1400" dirty="0">
                <a:solidFill>
                  <a:schemeClr val="accent1"/>
                </a:solidFill>
                <a:latin typeface="+mj-lt"/>
              </a:rPr>
              <a:t>2. Signals para </a:t>
            </a:r>
            <a:r>
              <a:rPr lang="en-US" sz="1400" dirty="0" err="1">
                <a:solidFill>
                  <a:schemeClr val="accent1"/>
                </a:solidFill>
                <a:latin typeface="+mj-lt"/>
              </a:rPr>
              <a:t>estado</a:t>
            </a:r>
            <a:r>
              <a:rPr lang="en-US" sz="1400" dirty="0">
                <a:solidFill>
                  <a:schemeClr val="accent1"/>
                </a:solidFill>
                <a:latin typeface="+mj-lt"/>
              </a:rPr>
              <a:t> </a:t>
            </a:r>
            <a:r>
              <a:rPr lang="en-US" sz="1400" dirty="0" err="1">
                <a:solidFill>
                  <a:schemeClr val="accent1"/>
                </a:solidFill>
                <a:latin typeface="+mj-lt"/>
              </a:rPr>
              <a:t>reactivo</a:t>
            </a:r>
            <a:endParaRPr 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704BB59-D5E7-8E2D-74A6-A0EE45D98BD0}"/>
              </a:ext>
            </a:extLst>
          </p:cNvPr>
          <p:cNvSpPr txBox="1"/>
          <p:nvPr/>
        </p:nvSpPr>
        <p:spPr>
          <a:xfrm>
            <a:off x="3521329" y="2838786"/>
            <a:ext cx="4282174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0975" algn="just">
              <a:buClr>
                <a:schemeClr val="accent1"/>
              </a:buClr>
              <a:buSzPct val="120000"/>
            </a:pPr>
            <a:r>
              <a:rPr lang="es-ES" sz="1400" dirty="0" err="1"/>
              <a:t>AuthService</a:t>
            </a:r>
            <a:r>
              <a:rPr lang="es-ES" sz="1400" dirty="0"/>
              <a:t> usa </a:t>
            </a:r>
            <a:r>
              <a:rPr lang="es-ES" sz="1400" dirty="0" err="1"/>
              <a:t>signal</a:t>
            </a:r>
            <a:r>
              <a:rPr lang="es-ES" sz="1400" dirty="0"/>
              <a:t>() y </a:t>
            </a:r>
            <a:r>
              <a:rPr lang="es-ES" sz="1400" dirty="0" err="1"/>
              <a:t>computed</a:t>
            </a:r>
            <a:r>
              <a:rPr lang="es-ES" sz="1400" dirty="0"/>
              <a:t>() en lugar de </a:t>
            </a:r>
            <a:r>
              <a:rPr lang="es-ES" sz="1400" dirty="0" err="1"/>
              <a:t>BehaviorSubject</a:t>
            </a:r>
            <a:r>
              <a:rPr lang="es-ES" sz="1400" dirty="0"/>
              <a:t>. Sincronización automática con el ciclo de detección de cambios</a:t>
            </a:r>
            <a:endParaRPr 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A28C46-0FB5-9A17-73DE-A52AA0F77B61}"/>
              </a:ext>
            </a:extLst>
          </p:cNvPr>
          <p:cNvSpPr txBox="1"/>
          <p:nvPr/>
        </p:nvSpPr>
        <p:spPr>
          <a:xfrm>
            <a:off x="3521329" y="3735542"/>
            <a:ext cx="3689176" cy="15234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0975" algn="just">
              <a:buClr>
                <a:schemeClr val="accent1"/>
              </a:buClr>
              <a:buSzPct val="120000"/>
            </a:pPr>
            <a:r>
              <a:rPr lang="en-US" sz="1400" dirty="0">
                <a:solidFill>
                  <a:schemeClr val="accent1"/>
                </a:solidFill>
                <a:latin typeface="+mj-lt"/>
              </a:rPr>
              <a:t>3. Guards de </a:t>
            </a:r>
            <a:r>
              <a:rPr lang="en-US" sz="1400" dirty="0" err="1">
                <a:solidFill>
                  <a:schemeClr val="accent1"/>
                </a:solidFill>
                <a:latin typeface="+mj-lt"/>
              </a:rPr>
              <a:t>navegación</a:t>
            </a:r>
            <a:endParaRPr lang="en-US" sz="1400" dirty="0">
              <a:solidFill>
                <a:schemeClr val="accent1"/>
              </a:solidFill>
              <a:latin typeface="+mj-lt"/>
            </a:endParaRPr>
          </a:p>
          <a:p>
            <a:pPr marL="714375" indent="-1714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</a:pPr>
            <a:r>
              <a:rPr lang="es-ES" sz="1400" dirty="0" err="1"/>
              <a:t>authGuard</a:t>
            </a:r>
            <a:r>
              <a:rPr lang="es-ES" sz="1400" dirty="0"/>
              <a:t> → protege rutas /</a:t>
            </a:r>
            <a:r>
              <a:rPr lang="es-ES" sz="1400" dirty="0" err="1"/>
              <a:t>admin</a:t>
            </a:r>
            <a:r>
              <a:rPr lang="es-ES" sz="1400" dirty="0"/>
              <a:t>. Sin JWT válido → redirige a /</a:t>
            </a:r>
            <a:r>
              <a:rPr lang="es-ES" sz="1400" dirty="0" err="1"/>
              <a:t>login</a:t>
            </a:r>
            <a:endParaRPr lang="es-ES" sz="1400" dirty="0">
              <a:solidFill>
                <a:schemeClr val="tx1"/>
              </a:solidFill>
              <a:ea typeface="Lato"/>
              <a:cs typeface="Lato"/>
              <a:sym typeface="Lato"/>
            </a:endParaRPr>
          </a:p>
          <a:p>
            <a:pPr marL="714375" indent="-1714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</a:pPr>
            <a:r>
              <a:rPr lang="es-ES" sz="1400" dirty="0" err="1"/>
              <a:t>candidateGuard</a:t>
            </a:r>
            <a:r>
              <a:rPr lang="es-ES" sz="1400" dirty="0"/>
              <a:t> → protege /</a:t>
            </a:r>
            <a:r>
              <a:rPr lang="es-ES" sz="1400" dirty="0" err="1"/>
              <a:t>onboarding</a:t>
            </a:r>
            <a:r>
              <a:rPr lang="es-ES" sz="1400" dirty="0"/>
              <a:t>. Verifica que exista el </a:t>
            </a:r>
            <a:r>
              <a:rPr lang="es-ES" sz="1400" dirty="0" err="1"/>
              <a:t>query</a:t>
            </a:r>
            <a:r>
              <a:rPr lang="es-ES" sz="1400" dirty="0"/>
              <a:t> </a:t>
            </a:r>
            <a:r>
              <a:rPr lang="es-ES" sz="1400" dirty="0" err="1"/>
              <a:t>param</a:t>
            </a:r>
            <a:r>
              <a:rPr lang="es-ES" sz="1400" dirty="0"/>
              <a:t> ?token</a:t>
            </a:r>
            <a:endParaRPr lang="es-ES" sz="1400" dirty="0">
              <a:ea typeface="Lato"/>
              <a:cs typeface="Lato"/>
              <a:sym typeface="Lato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2AA4170-AE80-16CA-79B9-D7763068AC8F}"/>
              </a:ext>
            </a:extLst>
          </p:cNvPr>
          <p:cNvSpPr txBox="1"/>
          <p:nvPr/>
        </p:nvSpPr>
        <p:spPr>
          <a:xfrm>
            <a:off x="8195388" y="3735542"/>
            <a:ext cx="3689176" cy="21082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0975" algn="just">
              <a:buClr>
                <a:schemeClr val="accent1"/>
              </a:buClr>
              <a:buSzPct val="120000"/>
            </a:pPr>
            <a:r>
              <a:rPr lang="en-US" sz="1400" dirty="0">
                <a:solidFill>
                  <a:schemeClr val="accent1"/>
                </a:solidFill>
                <a:latin typeface="+mj-lt"/>
              </a:rPr>
              <a:t>4. Interceptors de </a:t>
            </a:r>
            <a:r>
              <a:rPr lang="en-US" sz="1400" dirty="0" err="1">
                <a:solidFill>
                  <a:schemeClr val="accent1"/>
                </a:solidFill>
                <a:latin typeface="+mj-lt"/>
              </a:rPr>
              <a:t>navegación</a:t>
            </a:r>
            <a:endParaRPr lang="en-US" sz="1400" dirty="0">
              <a:solidFill>
                <a:schemeClr val="accent1"/>
              </a:solidFill>
              <a:latin typeface="+mj-lt"/>
            </a:endParaRPr>
          </a:p>
          <a:p>
            <a:pPr marL="714375" indent="-1714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</a:pPr>
            <a:r>
              <a:rPr lang="es-ES" sz="1400" dirty="0" err="1"/>
              <a:t>errorInterceptor</a:t>
            </a:r>
            <a:r>
              <a:rPr lang="es-ES" sz="1400" dirty="0"/>
              <a:t> → maneja 401 (</a:t>
            </a:r>
            <a:r>
              <a:rPr lang="es-ES" sz="1400" dirty="0" err="1"/>
              <a:t>logout</a:t>
            </a:r>
            <a:r>
              <a:rPr lang="es-ES" sz="1400" dirty="0"/>
              <a:t>), 403, 0 (sin conexión) con </a:t>
            </a:r>
            <a:r>
              <a:rPr lang="es-ES" sz="1400" dirty="0" err="1"/>
              <a:t>toasts</a:t>
            </a:r>
            <a:r>
              <a:rPr lang="es-ES" sz="1400" dirty="0"/>
              <a:t> globales</a:t>
            </a:r>
          </a:p>
          <a:p>
            <a:pPr marL="714375" indent="-1714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</a:pPr>
            <a:r>
              <a:rPr lang="es-ES" sz="1400" dirty="0" err="1"/>
              <a:t>authInterceptor</a:t>
            </a:r>
            <a:r>
              <a:rPr lang="es-ES" sz="1400" dirty="0"/>
              <a:t> → inyecta </a:t>
            </a:r>
            <a:r>
              <a:rPr lang="es-ES" sz="1400" dirty="0" err="1"/>
              <a:t>Authorization</a:t>
            </a:r>
            <a:r>
              <a:rPr lang="es-ES" sz="1400" dirty="0"/>
              <a:t>: Bearer &lt;token&gt; en cada petición</a:t>
            </a:r>
          </a:p>
          <a:p>
            <a:pPr marL="714375" indent="-1714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</a:pPr>
            <a:endParaRPr lang="es-ES" sz="1400" dirty="0"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670064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1" descr="Personas trabajando en un ordenador">
            <a:extLst>
              <a:ext uri="{FF2B5EF4-FFF2-40B4-BE49-F238E27FC236}">
                <a16:creationId xmlns:a16="http://schemas.microsoft.com/office/drawing/2014/main" id="{BD9CA1AF-660B-9039-7061-2F20A93EF9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11" b="29411"/>
          <a:stretch/>
        </p:blipFill>
        <p:spPr>
          <a:xfrm>
            <a:off x="-220659" y="-1072291"/>
            <a:ext cx="12191999" cy="3019273"/>
          </a:xfrm>
          <a:custGeom>
            <a:avLst/>
            <a:gdLst>
              <a:gd name="connsiteX0" fmla="*/ 0 w 9144001"/>
              <a:gd name="connsiteY0" fmla="*/ 0 h 2512952"/>
              <a:gd name="connsiteX1" fmla="*/ 9144001 w 9144001"/>
              <a:gd name="connsiteY1" fmla="*/ 0 h 2512952"/>
              <a:gd name="connsiteX2" fmla="*/ 9144001 w 9144001"/>
              <a:gd name="connsiteY2" fmla="*/ 1399768 h 2512952"/>
              <a:gd name="connsiteX3" fmla="*/ 8663326 w 9144001"/>
              <a:gd name="connsiteY3" fmla="*/ 1763961 h 2512952"/>
              <a:gd name="connsiteX4" fmla="*/ 7746690 w 9144001"/>
              <a:gd name="connsiteY4" fmla="*/ 2226328 h 2512952"/>
              <a:gd name="connsiteX5" fmla="*/ 4057791 w 9144001"/>
              <a:gd name="connsiteY5" fmla="*/ 2238996 h 2512952"/>
              <a:gd name="connsiteX6" fmla="*/ 609227 w 9144001"/>
              <a:gd name="connsiteY6" fmla="*/ 902565 h 2512952"/>
              <a:gd name="connsiteX7" fmla="*/ 117374 w 9144001"/>
              <a:gd name="connsiteY7" fmla="*/ 817059 h 2512952"/>
              <a:gd name="connsiteX8" fmla="*/ 0 w 9144001"/>
              <a:gd name="connsiteY8" fmla="*/ 779056 h 2512952"/>
              <a:gd name="connsiteX9" fmla="*/ 0 w 9144001"/>
              <a:gd name="connsiteY9" fmla="*/ 0 h 2512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144001" h="2512952">
                <a:moveTo>
                  <a:pt x="0" y="0"/>
                </a:moveTo>
                <a:cubicBezTo>
                  <a:pt x="0" y="0"/>
                  <a:pt x="0" y="0"/>
                  <a:pt x="9144001" y="0"/>
                </a:cubicBezTo>
                <a:cubicBezTo>
                  <a:pt x="9144001" y="0"/>
                  <a:pt x="9144001" y="0"/>
                  <a:pt x="9144001" y="1399768"/>
                </a:cubicBezTo>
                <a:cubicBezTo>
                  <a:pt x="9004269" y="1529611"/>
                  <a:pt x="8842181" y="1649953"/>
                  <a:pt x="8663326" y="1763961"/>
                </a:cubicBezTo>
                <a:cubicBezTo>
                  <a:pt x="8395042" y="1941308"/>
                  <a:pt x="8093223" y="2102819"/>
                  <a:pt x="7746690" y="2226328"/>
                </a:cubicBezTo>
                <a:cubicBezTo>
                  <a:pt x="6656788" y="2619024"/>
                  <a:pt x="5186817" y="2593688"/>
                  <a:pt x="4057791" y="2238996"/>
                </a:cubicBezTo>
                <a:cubicBezTo>
                  <a:pt x="2833746" y="1852634"/>
                  <a:pt x="1961824" y="1111580"/>
                  <a:pt x="609227" y="902565"/>
                </a:cubicBezTo>
                <a:cubicBezTo>
                  <a:pt x="441551" y="877230"/>
                  <a:pt x="268284" y="861396"/>
                  <a:pt x="117374" y="817059"/>
                </a:cubicBezTo>
                <a:cubicBezTo>
                  <a:pt x="72660" y="807558"/>
                  <a:pt x="33536" y="794891"/>
                  <a:pt x="0" y="779056"/>
                </a:cubicBezTo>
                <a:cubicBezTo>
                  <a:pt x="0" y="779056"/>
                  <a:pt x="0" y="779056"/>
                  <a:pt x="0" y="0"/>
                </a:cubicBezTo>
                <a:close/>
              </a:path>
            </a:pathLst>
          </a:cu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ABA709-6134-616E-669F-7D7DA9EADA22}"/>
              </a:ext>
            </a:extLst>
          </p:cNvPr>
          <p:cNvSpPr txBox="1">
            <a:spLocks/>
          </p:cNvSpPr>
          <p:nvPr/>
        </p:nvSpPr>
        <p:spPr>
          <a:xfrm>
            <a:off x="982664" y="2879727"/>
            <a:ext cx="7060324" cy="6155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>
                <a:solidFill>
                  <a:schemeClr val="tx1"/>
                </a:solidFill>
              </a:rPr>
              <a:t>ARQUITECTURA FRONT-END</a:t>
            </a:r>
          </a:p>
        </p:txBody>
      </p:sp>
      <p:sp>
        <p:nvSpPr>
          <p:cNvPr id="3" name="Freeform 9">
            <a:extLst>
              <a:ext uri="{FF2B5EF4-FFF2-40B4-BE49-F238E27FC236}">
                <a16:creationId xmlns:a16="http://schemas.microsoft.com/office/drawing/2014/main" id="{389AE690-231D-B28C-9321-B42CC8F02CDF}"/>
              </a:ext>
            </a:extLst>
          </p:cNvPr>
          <p:cNvSpPr>
            <a:spLocks/>
          </p:cNvSpPr>
          <p:nvPr/>
        </p:nvSpPr>
        <p:spPr bwMode="auto">
          <a:xfrm rot="5400000">
            <a:off x="4293804" y="-5573283"/>
            <a:ext cx="3163077" cy="12192000"/>
          </a:xfrm>
          <a:custGeom>
            <a:avLst/>
            <a:gdLst>
              <a:gd name="T0" fmla="*/ 285 w 827"/>
              <a:gd name="T1" fmla="*/ 1527 h 1636"/>
              <a:gd name="T2" fmla="*/ 707 w 827"/>
              <a:gd name="T3" fmla="*/ 910 h 1636"/>
              <a:gd name="T4" fmla="*/ 703 w 827"/>
              <a:gd name="T5" fmla="*/ 250 h 1636"/>
              <a:gd name="T6" fmla="*/ 557 w 827"/>
              <a:gd name="T7" fmla="*/ 86 h 1636"/>
              <a:gd name="T8" fmla="*/ 442 w 827"/>
              <a:gd name="T9" fmla="*/ 0 h 1636"/>
              <a:gd name="T10" fmla="*/ 0 w 827"/>
              <a:gd name="T11" fmla="*/ 0 h 1636"/>
              <a:gd name="T12" fmla="*/ 0 w 827"/>
              <a:gd name="T13" fmla="*/ 1636 h 1636"/>
              <a:gd name="T14" fmla="*/ 246 w 827"/>
              <a:gd name="T15" fmla="*/ 1636 h 1636"/>
              <a:gd name="T16" fmla="*/ 258 w 827"/>
              <a:gd name="T17" fmla="*/ 1615 h 1636"/>
              <a:gd name="T18" fmla="*/ 285 w 827"/>
              <a:gd name="T19" fmla="*/ 1527 h 16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27" h="1636">
                <a:moveTo>
                  <a:pt x="285" y="1527"/>
                </a:moveTo>
                <a:cubicBezTo>
                  <a:pt x="351" y="1285"/>
                  <a:pt x="585" y="1129"/>
                  <a:pt x="707" y="910"/>
                </a:cubicBezTo>
                <a:cubicBezTo>
                  <a:pt x="819" y="708"/>
                  <a:pt x="827" y="445"/>
                  <a:pt x="703" y="250"/>
                </a:cubicBezTo>
                <a:cubicBezTo>
                  <a:pt x="664" y="188"/>
                  <a:pt x="613" y="134"/>
                  <a:pt x="557" y="86"/>
                </a:cubicBezTo>
                <a:cubicBezTo>
                  <a:pt x="521" y="54"/>
                  <a:pt x="483" y="25"/>
                  <a:pt x="44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6"/>
                  <a:pt x="0" y="1636"/>
                  <a:pt x="0" y="1636"/>
                </a:cubicBezTo>
                <a:cubicBezTo>
                  <a:pt x="246" y="1636"/>
                  <a:pt x="246" y="1636"/>
                  <a:pt x="246" y="1636"/>
                </a:cubicBezTo>
                <a:cubicBezTo>
                  <a:pt x="251" y="1630"/>
                  <a:pt x="255" y="1623"/>
                  <a:pt x="258" y="1615"/>
                </a:cubicBezTo>
                <a:cubicBezTo>
                  <a:pt x="272" y="1588"/>
                  <a:pt x="277" y="1557"/>
                  <a:pt x="285" y="1527"/>
                </a:cubicBezTo>
                <a:close/>
              </a:path>
            </a:pathLst>
          </a:custGeom>
          <a:gradFill>
            <a:gsLst>
              <a:gs pos="45000">
                <a:schemeClr val="accent1">
                  <a:alpha val="80000"/>
                </a:schemeClr>
              </a:gs>
              <a:gs pos="100000">
                <a:schemeClr val="accent6"/>
              </a:gs>
            </a:gsLst>
            <a:lin ang="19200000" scaled="0"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sp>
        <p:nvSpPr>
          <p:cNvPr id="5" name="TextBox 29">
            <a:extLst>
              <a:ext uri="{FF2B5EF4-FFF2-40B4-BE49-F238E27FC236}">
                <a16:creationId xmlns:a16="http://schemas.microsoft.com/office/drawing/2014/main" id="{EA667A5B-C08A-959A-D36F-6EE563C03B0B}"/>
              </a:ext>
            </a:extLst>
          </p:cNvPr>
          <p:cNvSpPr txBox="1"/>
          <p:nvPr/>
        </p:nvSpPr>
        <p:spPr>
          <a:xfrm>
            <a:off x="982658" y="3694923"/>
            <a:ext cx="3615221" cy="29277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00" b="1" dirty="0" err="1">
                <a:solidFill>
                  <a:schemeClr val="accent1"/>
                </a:solidFill>
              </a:rPr>
              <a:t>Arquitectura</a:t>
            </a:r>
            <a:r>
              <a:rPr lang="en-US" sz="1000" b="1" dirty="0">
                <a:solidFill>
                  <a:schemeClr val="accent1"/>
                </a:solidFill>
              </a:rPr>
              <a:t> Hexagonal</a:t>
            </a:r>
          </a:p>
        </p:txBody>
      </p:sp>
      <p:sp>
        <p:nvSpPr>
          <p:cNvPr id="6" name="TextBox 32">
            <a:extLst>
              <a:ext uri="{FF2B5EF4-FFF2-40B4-BE49-F238E27FC236}">
                <a16:creationId xmlns:a16="http://schemas.microsoft.com/office/drawing/2014/main" id="{7879B806-4E54-646B-D86A-99D04AE9458E}"/>
              </a:ext>
            </a:extLst>
          </p:cNvPr>
          <p:cNvSpPr txBox="1"/>
          <p:nvPr/>
        </p:nvSpPr>
        <p:spPr>
          <a:xfrm>
            <a:off x="982658" y="2367223"/>
            <a:ext cx="826962" cy="71558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5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04</a:t>
            </a: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7377EB15-5691-6F83-7F2E-2378B5FF2BFE}"/>
              </a:ext>
            </a:extLst>
          </p:cNvPr>
          <p:cNvSpPr txBox="1"/>
          <p:nvPr/>
        </p:nvSpPr>
        <p:spPr>
          <a:xfrm>
            <a:off x="982658" y="4187305"/>
            <a:ext cx="2685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solidFill>
                  <a:srgbClr val="FF5038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Beneficios</a:t>
            </a:r>
            <a:r>
              <a:rPr lang="en-US" sz="1200" b="1" dirty="0">
                <a:solidFill>
                  <a:srgbClr val="FF5038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:</a:t>
            </a:r>
            <a:endParaRPr lang="en-ID" sz="1200" b="1" dirty="0">
              <a:solidFill>
                <a:srgbClr val="FF5038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8" name="TextBox 134">
            <a:extLst>
              <a:ext uri="{FF2B5EF4-FFF2-40B4-BE49-F238E27FC236}">
                <a16:creationId xmlns:a16="http://schemas.microsoft.com/office/drawing/2014/main" id="{E39CFE82-F088-3F42-BBAC-CF0ED3EFEBAA}"/>
              </a:ext>
            </a:extLst>
          </p:cNvPr>
          <p:cNvSpPr txBox="1"/>
          <p:nvPr/>
        </p:nvSpPr>
        <p:spPr>
          <a:xfrm>
            <a:off x="982658" y="4464304"/>
            <a:ext cx="342168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/>
              <a:t>Inversión de dependencias</a:t>
            </a:r>
            <a:r>
              <a:rPr lang="es-ES" sz="1000" dirty="0"/>
              <a:t> → el núcleo es independiente del </a:t>
            </a:r>
            <a:r>
              <a:rPr lang="es-ES" sz="1000" dirty="0" err="1"/>
              <a:t>framework</a:t>
            </a:r>
            <a:endParaRPr lang="es-ES" sz="1000" dirty="0"/>
          </a:p>
          <a:p>
            <a:endParaRPr lang="es-ES" sz="1000" dirty="0"/>
          </a:p>
          <a:p>
            <a:r>
              <a:rPr lang="es-ES" sz="1000" b="1" dirty="0" err="1"/>
              <a:t>Testabilidad</a:t>
            </a:r>
            <a:r>
              <a:rPr lang="es-ES" sz="1000" dirty="0"/>
              <a:t> → </a:t>
            </a:r>
            <a:r>
              <a:rPr lang="es-ES" sz="1000" dirty="0" err="1"/>
              <a:t>handlers</a:t>
            </a:r>
            <a:r>
              <a:rPr lang="es-ES" sz="1000" dirty="0"/>
              <a:t> </a:t>
            </a:r>
            <a:r>
              <a:rPr lang="es-ES" sz="1000" dirty="0" err="1"/>
              <a:t>testeables</a:t>
            </a:r>
            <a:r>
              <a:rPr lang="es-ES" sz="1000" dirty="0"/>
              <a:t> con </a:t>
            </a:r>
            <a:r>
              <a:rPr lang="es-ES" sz="1000" dirty="0" err="1"/>
              <a:t>mocks</a:t>
            </a:r>
            <a:r>
              <a:rPr lang="es-ES" sz="1000" dirty="0"/>
              <a:t>, sin levantar Spring</a:t>
            </a:r>
          </a:p>
          <a:p>
            <a:endParaRPr lang="es-ES" sz="1000" dirty="0"/>
          </a:p>
          <a:p>
            <a:r>
              <a:rPr lang="es-ES" sz="1000" b="1" dirty="0"/>
              <a:t>Legibilidad</a:t>
            </a:r>
            <a:r>
              <a:rPr lang="es-ES" sz="1000" dirty="0"/>
              <a:t> → la estructura de carpetas refleja la arquitectura</a:t>
            </a:r>
          </a:p>
          <a:p>
            <a:br>
              <a:rPr lang="es-ES" sz="1000" dirty="0"/>
            </a:br>
            <a:endParaRPr lang="en-US" sz="100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14A5DC6B-6C80-0869-E825-418645574D63}"/>
              </a:ext>
            </a:extLst>
          </p:cNvPr>
          <p:cNvSpPr>
            <a:spLocks/>
          </p:cNvSpPr>
          <p:nvPr/>
        </p:nvSpPr>
        <p:spPr bwMode="auto">
          <a:xfrm rot="16200000">
            <a:off x="9801495" y="-310913"/>
            <a:ext cx="2287266" cy="2493743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45000">
                <a:schemeClr val="accent1"/>
              </a:gs>
              <a:gs pos="100000">
                <a:schemeClr val="accent2"/>
              </a:gs>
            </a:gsLst>
            <a:lin ang="2400000" scaled="0"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 dirty="0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56E5E499-C292-18A3-69D0-1A228E4158EB}"/>
              </a:ext>
            </a:extLst>
          </p:cNvPr>
          <p:cNvSpPr txBox="1">
            <a:spLocks/>
          </p:cNvSpPr>
          <p:nvPr/>
        </p:nvSpPr>
        <p:spPr>
          <a:xfrm>
            <a:off x="-1345435" y="3367555"/>
            <a:ext cx="6135687" cy="261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25" kern="120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Lato Semibold"/>
                <a:ea typeface="+mn-ea"/>
                <a:cs typeface="+mn-cs"/>
              </a:rPr>
              <a:t>Sistema de onboarding RRHH</a:t>
            </a:r>
            <a:endParaRPr kumimoji="0" lang="en-ID" sz="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Lato Semibold"/>
              <a:ea typeface="+mn-ea"/>
              <a:cs typeface="+mn-cs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83145CD-9D9C-3193-814A-C94FB58A1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6605" y="1873432"/>
            <a:ext cx="2046278" cy="433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996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964C3-09F0-2B49-364D-1A348B76E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1" descr="Personas trabajando en un ordenador">
            <a:extLst>
              <a:ext uri="{FF2B5EF4-FFF2-40B4-BE49-F238E27FC236}">
                <a16:creationId xmlns:a16="http://schemas.microsoft.com/office/drawing/2014/main" id="{6233A22B-01E3-7ADC-00D9-F4081375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11" b="29411"/>
          <a:stretch/>
        </p:blipFill>
        <p:spPr>
          <a:xfrm>
            <a:off x="-220659" y="-1072291"/>
            <a:ext cx="12191999" cy="3019273"/>
          </a:xfrm>
          <a:custGeom>
            <a:avLst/>
            <a:gdLst>
              <a:gd name="connsiteX0" fmla="*/ 0 w 9144001"/>
              <a:gd name="connsiteY0" fmla="*/ 0 h 2512952"/>
              <a:gd name="connsiteX1" fmla="*/ 9144001 w 9144001"/>
              <a:gd name="connsiteY1" fmla="*/ 0 h 2512952"/>
              <a:gd name="connsiteX2" fmla="*/ 9144001 w 9144001"/>
              <a:gd name="connsiteY2" fmla="*/ 1399768 h 2512952"/>
              <a:gd name="connsiteX3" fmla="*/ 8663326 w 9144001"/>
              <a:gd name="connsiteY3" fmla="*/ 1763961 h 2512952"/>
              <a:gd name="connsiteX4" fmla="*/ 7746690 w 9144001"/>
              <a:gd name="connsiteY4" fmla="*/ 2226328 h 2512952"/>
              <a:gd name="connsiteX5" fmla="*/ 4057791 w 9144001"/>
              <a:gd name="connsiteY5" fmla="*/ 2238996 h 2512952"/>
              <a:gd name="connsiteX6" fmla="*/ 609227 w 9144001"/>
              <a:gd name="connsiteY6" fmla="*/ 902565 h 2512952"/>
              <a:gd name="connsiteX7" fmla="*/ 117374 w 9144001"/>
              <a:gd name="connsiteY7" fmla="*/ 817059 h 2512952"/>
              <a:gd name="connsiteX8" fmla="*/ 0 w 9144001"/>
              <a:gd name="connsiteY8" fmla="*/ 779056 h 2512952"/>
              <a:gd name="connsiteX9" fmla="*/ 0 w 9144001"/>
              <a:gd name="connsiteY9" fmla="*/ 0 h 2512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144001" h="2512952">
                <a:moveTo>
                  <a:pt x="0" y="0"/>
                </a:moveTo>
                <a:cubicBezTo>
                  <a:pt x="0" y="0"/>
                  <a:pt x="0" y="0"/>
                  <a:pt x="9144001" y="0"/>
                </a:cubicBezTo>
                <a:cubicBezTo>
                  <a:pt x="9144001" y="0"/>
                  <a:pt x="9144001" y="0"/>
                  <a:pt x="9144001" y="1399768"/>
                </a:cubicBezTo>
                <a:cubicBezTo>
                  <a:pt x="9004269" y="1529611"/>
                  <a:pt x="8842181" y="1649953"/>
                  <a:pt x="8663326" y="1763961"/>
                </a:cubicBezTo>
                <a:cubicBezTo>
                  <a:pt x="8395042" y="1941308"/>
                  <a:pt x="8093223" y="2102819"/>
                  <a:pt x="7746690" y="2226328"/>
                </a:cubicBezTo>
                <a:cubicBezTo>
                  <a:pt x="6656788" y="2619024"/>
                  <a:pt x="5186817" y="2593688"/>
                  <a:pt x="4057791" y="2238996"/>
                </a:cubicBezTo>
                <a:cubicBezTo>
                  <a:pt x="2833746" y="1852634"/>
                  <a:pt x="1961824" y="1111580"/>
                  <a:pt x="609227" y="902565"/>
                </a:cubicBezTo>
                <a:cubicBezTo>
                  <a:pt x="441551" y="877230"/>
                  <a:pt x="268284" y="861396"/>
                  <a:pt x="117374" y="817059"/>
                </a:cubicBezTo>
                <a:cubicBezTo>
                  <a:pt x="72660" y="807558"/>
                  <a:pt x="33536" y="794891"/>
                  <a:pt x="0" y="779056"/>
                </a:cubicBezTo>
                <a:cubicBezTo>
                  <a:pt x="0" y="779056"/>
                  <a:pt x="0" y="779056"/>
                  <a:pt x="0" y="0"/>
                </a:cubicBezTo>
                <a:close/>
              </a:path>
            </a:pathLst>
          </a:cu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73CE45-9215-BF2D-D068-0B2D2009EC6C}"/>
              </a:ext>
            </a:extLst>
          </p:cNvPr>
          <p:cNvSpPr txBox="1">
            <a:spLocks/>
          </p:cNvSpPr>
          <p:nvPr/>
        </p:nvSpPr>
        <p:spPr>
          <a:xfrm>
            <a:off x="982664" y="2879727"/>
            <a:ext cx="6248560" cy="6155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>
                <a:solidFill>
                  <a:schemeClr val="tx1"/>
                </a:solidFill>
              </a:rPr>
              <a:t>ARQUITECTURA BACK-END</a:t>
            </a:r>
          </a:p>
        </p:txBody>
      </p:sp>
      <p:sp>
        <p:nvSpPr>
          <p:cNvPr id="3" name="Freeform 9">
            <a:extLst>
              <a:ext uri="{FF2B5EF4-FFF2-40B4-BE49-F238E27FC236}">
                <a16:creationId xmlns:a16="http://schemas.microsoft.com/office/drawing/2014/main" id="{6CACACAD-B664-5C78-0279-3AC45458D735}"/>
              </a:ext>
            </a:extLst>
          </p:cNvPr>
          <p:cNvSpPr>
            <a:spLocks/>
          </p:cNvSpPr>
          <p:nvPr/>
        </p:nvSpPr>
        <p:spPr bwMode="auto">
          <a:xfrm rot="5400000">
            <a:off x="4293804" y="-5573283"/>
            <a:ext cx="3163077" cy="12192000"/>
          </a:xfrm>
          <a:custGeom>
            <a:avLst/>
            <a:gdLst>
              <a:gd name="T0" fmla="*/ 285 w 827"/>
              <a:gd name="T1" fmla="*/ 1527 h 1636"/>
              <a:gd name="T2" fmla="*/ 707 w 827"/>
              <a:gd name="T3" fmla="*/ 910 h 1636"/>
              <a:gd name="T4" fmla="*/ 703 w 827"/>
              <a:gd name="T5" fmla="*/ 250 h 1636"/>
              <a:gd name="T6" fmla="*/ 557 w 827"/>
              <a:gd name="T7" fmla="*/ 86 h 1636"/>
              <a:gd name="T8" fmla="*/ 442 w 827"/>
              <a:gd name="T9" fmla="*/ 0 h 1636"/>
              <a:gd name="T10" fmla="*/ 0 w 827"/>
              <a:gd name="T11" fmla="*/ 0 h 1636"/>
              <a:gd name="T12" fmla="*/ 0 w 827"/>
              <a:gd name="T13" fmla="*/ 1636 h 1636"/>
              <a:gd name="T14" fmla="*/ 246 w 827"/>
              <a:gd name="T15" fmla="*/ 1636 h 1636"/>
              <a:gd name="T16" fmla="*/ 258 w 827"/>
              <a:gd name="T17" fmla="*/ 1615 h 1636"/>
              <a:gd name="T18" fmla="*/ 285 w 827"/>
              <a:gd name="T19" fmla="*/ 1527 h 16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27" h="1636">
                <a:moveTo>
                  <a:pt x="285" y="1527"/>
                </a:moveTo>
                <a:cubicBezTo>
                  <a:pt x="351" y="1285"/>
                  <a:pt x="585" y="1129"/>
                  <a:pt x="707" y="910"/>
                </a:cubicBezTo>
                <a:cubicBezTo>
                  <a:pt x="819" y="708"/>
                  <a:pt x="827" y="445"/>
                  <a:pt x="703" y="250"/>
                </a:cubicBezTo>
                <a:cubicBezTo>
                  <a:pt x="664" y="188"/>
                  <a:pt x="613" y="134"/>
                  <a:pt x="557" y="86"/>
                </a:cubicBezTo>
                <a:cubicBezTo>
                  <a:pt x="521" y="54"/>
                  <a:pt x="483" y="25"/>
                  <a:pt x="44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6"/>
                  <a:pt x="0" y="1636"/>
                  <a:pt x="0" y="1636"/>
                </a:cubicBezTo>
                <a:cubicBezTo>
                  <a:pt x="246" y="1636"/>
                  <a:pt x="246" y="1636"/>
                  <a:pt x="246" y="1636"/>
                </a:cubicBezTo>
                <a:cubicBezTo>
                  <a:pt x="251" y="1630"/>
                  <a:pt x="255" y="1623"/>
                  <a:pt x="258" y="1615"/>
                </a:cubicBezTo>
                <a:cubicBezTo>
                  <a:pt x="272" y="1588"/>
                  <a:pt x="277" y="1557"/>
                  <a:pt x="285" y="1527"/>
                </a:cubicBezTo>
                <a:close/>
              </a:path>
            </a:pathLst>
          </a:custGeom>
          <a:gradFill>
            <a:gsLst>
              <a:gs pos="45000">
                <a:schemeClr val="accent1">
                  <a:alpha val="80000"/>
                </a:schemeClr>
              </a:gs>
              <a:gs pos="100000">
                <a:schemeClr val="accent6"/>
              </a:gs>
            </a:gsLst>
            <a:lin ang="19200000" scaled="0"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sp>
        <p:nvSpPr>
          <p:cNvPr id="5" name="TextBox 29">
            <a:extLst>
              <a:ext uri="{FF2B5EF4-FFF2-40B4-BE49-F238E27FC236}">
                <a16:creationId xmlns:a16="http://schemas.microsoft.com/office/drawing/2014/main" id="{F3BC79F2-1CCC-7BEC-3E2D-A8377DF84BD1}"/>
              </a:ext>
            </a:extLst>
          </p:cNvPr>
          <p:cNvSpPr txBox="1"/>
          <p:nvPr/>
        </p:nvSpPr>
        <p:spPr>
          <a:xfrm>
            <a:off x="982658" y="3694923"/>
            <a:ext cx="3615221" cy="29277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00" b="1" dirty="0" err="1">
                <a:solidFill>
                  <a:schemeClr val="accent1"/>
                </a:solidFill>
              </a:rPr>
              <a:t>Arquitectura</a:t>
            </a:r>
            <a:r>
              <a:rPr lang="en-US" sz="1000" b="1" dirty="0">
                <a:solidFill>
                  <a:schemeClr val="accent1"/>
                </a:solidFill>
              </a:rPr>
              <a:t> Hexagonal con Domain-Driven Design (DDD)</a:t>
            </a:r>
          </a:p>
        </p:txBody>
      </p:sp>
      <p:sp>
        <p:nvSpPr>
          <p:cNvPr id="6" name="TextBox 32">
            <a:extLst>
              <a:ext uri="{FF2B5EF4-FFF2-40B4-BE49-F238E27FC236}">
                <a16:creationId xmlns:a16="http://schemas.microsoft.com/office/drawing/2014/main" id="{010DC55E-7327-EAC8-0451-D3BD68CDCE09}"/>
              </a:ext>
            </a:extLst>
          </p:cNvPr>
          <p:cNvSpPr txBox="1"/>
          <p:nvPr/>
        </p:nvSpPr>
        <p:spPr>
          <a:xfrm>
            <a:off x="982658" y="2367223"/>
            <a:ext cx="826962" cy="71558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5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04</a:t>
            </a: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BA9A0AFD-3420-E31C-0C96-593466AA90D1}"/>
              </a:ext>
            </a:extLst>
          </p:cNvPr>
          <p:cNvSpPr txBox="1"/>
          <p:nvPr/>
        </p:nvSpPr>
        <p:spPr>
          <a:xfrm>
            <a:off x="982658" y="4187305"/>
            <a:ext cx="2685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solidFill>
                  <a:srgbClr val="FF5038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Beneficios</a:t>
            </a:r>
            <a:r>
              <a:rPr lang="en-US" sz="1200" b="1" dirty="0">
                <a:solidFill>
                  <a:srgbClr val="FF5038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:</a:t>
            </a:r>
            <a:endParaRPr lang="en-ID" sz="1200" b="1" dirty="0">
              <a:solidFill>
                <a:srgbClr val="FF5038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8" name="TextBox 134">
            <a:extLst>
              <a:ext uri="{FF2B5EF4-FFF2-40B4-BE49-F238E27FC236}">
                <a16:creationId xmlns:a16="http://schemas.microsoft.com/office/drawing/2014/main" id="{272787FC-C46B-DA6D-3744-DDAEDC8019AA}"/>
              </a:ext>
            </a:extLst>
          </p:cNvPr>
          <p:cNvSpPr txBox="1"/>
          <p:nvPr/>
        </p:nvSpPr>
        <p:spPr>
          <a:xfrm>
            <a:off x="982658" y="4464304"/>
            <a:ext cx="3421684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/>
              <a:t>Inversión de dependencias</a:t>
            </a:r>
            <a:r>
              <a:rPr lang="es-ES" sz="1000" dirty="0"/>
              <a:t> → el núcleo es independiente del </a:t>
            </a:r>
            <a:r>
              <a:rPr lang="es-ES" sz="1000" dirty="0" err="1"/>
              <a:t>framework</a:t>
            </a:r>
            <a:endParaRPr lang="es-ES" sz="1000" dirty="0"/>
          </a:p>
          <a:p>
            <a:endParaRPr lang="es-ES" sz="1000" dirty="0"/>
          </a:p>
          <a:p>
            <a:r>
              <a:rPr lang="es-ES" sz="1000" b="1" dirty="0" err="1"/>
              <a:t>Testabilidad</a:t>
            </a:r>
            <a:r>
              <a:rPr lang="es-ES" sz="1000" dirty="0"/>
              <a:t> → </a:t>
            </a:r>
            <a:r>
              <a:rPr lang="es-ES" sz="1000" dirty="0" err="1"/>
              <a:t>handlers</a:t>
            </a:r>
            <a:r>
              <a:rPr lang="es-ES" sz="1000" dirty="0"/>
              <a:t> </a:t>
            </a:r>
            <a:r>
              <a:rPr lang="es-ES" sz="1000" dirty="0" err="1"/>
              <a:t>testeables</a:t>
            </a:r>
            <a:r>
              <a:rPr lang="es-ES" sz="1000" dirty="0"/>
              <a:t> con </a:t>
            </a:r>
            <a:r>
              <a:rPr lang="es-ES" sz="1000" dirty="0" err="1"/>
              <a:t>mocks</a:t>
            </a:r>
            <a:r>
              <a:rPr lang="es-ES" sz="1000" dirty="0"/>
              <a:t>, sin levantar Spring</a:t>
            </a:r>
          </a:p>
          <a:p>
            <a:endParaRPr lang="es-ES" sz="1000" dirty="0"/>
          </a:p>
          <a:p>
            <a:r>
              <a:rPr lang="es-ES" sz="1000" b="1" dirty="0"/>
              <a:t>Intercambiabilidad</a:t>
            </a:r>
            <a:r>
              <a:rPr lang="es-ES" sz="1000" dirty="0"/>
              <a:t> → cambiar MySQL por PostgreSQL solo afecta al adaptador</a:t>
            </a:r>
          </a:p>
          <a:p>
            <a:endParaRPr lang="es-ES" sz="1000" dirty="0"/>
          </a:p>
          <a:p>
            <a:r>
              <a:rPr lang="es-ES" sz="1000" b="1" dirty="0"/>
              <a:t>Legibilidad</a:t>
            </a:r>
            <a:r>
              <a:rPr lang="es-ES" sz="1000" dirty="0"/>
              <a:t> → la estructura de carpetas refleja la arquitectura</a:t>
            </a:r>
          </a:p>
          <a:p>
            <a:br>
              <a:rPr lang="es-ES" sz="1000" dirty="0"/>
            </a:br>
            <a:endParaRPr lang="en-US" sz="100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ED99D059-E678-54A8-27DC-72017F720A49}"/>
              </a:ext>
            </a:extLst>
          </p:cNvPr>
          <p:cNvSpPr>
            <a:spLocks/>
          </p:cNvSpPr>
          <p:nvPr/>
        </p:nvSpPr>
        <p:spPr bwMode="auto">
          <a:xfrm rot="16200000">
            <a:off x="9801495" y="-310913"/>
            <a:ext cx="2287266" cy="2493743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45000">
                <a:schemeClr val="accent1"/>
              </a:gs>
              <a:gs pos="100000">
                <a:schemeClr val="accent2"/>
              </a:gs>
            </a:gsLst>
            <a:lin ang="2400000" scaled="0"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 dirty="0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81085D7-1B8F-71C2-DB3F-CC414738E601}"/>
              </a:ext>
            </a:extLst>
          </p:cNvPr>
          <p:cNvSpPr txBox="1">
            <a:spLocks/>
          </p:cNvSpPr>
          <p:nvPr/>
        </p:nvSpPr>
        <p:spPr>
          <a:xfrm>
            <a:off x="-1345435" y="3367555"/>
            <a:ext cx="6135687" cy="261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25" kern="120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Lato Semibold"/>
                <a:ea typeface="+mn-ea"/>
                <a:cs typeface="+mn-cs"/>
              </a:rPr>
              <a:t>Sistema de onboarding RRHH</a:t>
            </a:r>
            <a:endParaRPr kumimoji="0" lang="en-ID" sz="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Lato Semibold"/>
              <a:ea typeface="+mn-ea"/>
              <a:cs typeface="+mn-cs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7CCB767-E485-BC7A-25E9-415B095A6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0008" y="1946982"/>
            <a:ext cx="2453090" cy="4405549"/>
          </a:xfrm>
          <a:prstGeom prst="rect">
            <a:avLst/>
          </a:prstGeom>
        </p:spPr>
      </p:pic>
      <p:sp>
        <p:nvSpPr>
          <p:cNvPr id="16" name="TextBox 134">
            <a:extLst>
              <a:ext uri="{FF2B5EF4-FFF2-40B4-BE49-F238E27FC236}">
                <a16:creationId xmlns:a16="http://schemas.microsoft.com/office/drawing/2014/main" id="{BBF3A0FC-D89A-6018-4023-56547EDD5511}"/>
              </a:ext>
            </a:extLst>
          </p:cNvPr>
          <p:cNvSpPr txBox="1"/>
          <p:nvPr/>
        </p:nvSpPr>
        <p:spPr>
          <a:xfrm>
            <a:off x="4790252" y="4753745"/>
            <a:ext cx="34216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/>
              <a:t>Todas</a:t>
            </a:r>
            <a:r>
              <a:rPr lang="es-ES" sz="1000" dirty="0"/>
              <a:t> las dependencias apuntan siempre hacia el centro (el dominio). El dominio define </a:t>
            </a:r>
            <a:r>
              <a:rPr lang="es-ES" sz="1000" b="1" dirty="0"/>
              <a:t>puertos</a:t>
            </a:r>
            <a:r>
              <a:rPr lang="es-ES" sz="1000" dirty="0"/>
              <a:t> (interfaces) → la infraestructura los </a:t>
            </a:r>
            <a:r>
              <a:rPr lang="es-ES" sz="1000" b="1" dirty="0"/>
              <a:t>implementa</a:t>
            </a:r>
            <a:r>
              <a:rPr lang="es-ES" sz="1000" dirty="0"/>
              <a:t> como adaptadores. El dominio no conoce Spring, JPA ni MySQL</a:t>
            </a:r>
            <a:br>
              <a:rPr lang="es-ES" sz="1000" dirty="0"/>
            </a:b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12954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CF85F-7102-8AB4-F147-E7A079928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1" descr="Personas trabajando en un ordenador">
            <a:extLst>
              <a:ext uri="{FF2B5EF4-FFF2-40B4-BE49-F238E27FC236}">
                <a16:creationId xmlns:a16="http://schemas.microsoft.com/office/drawing/2014/main" id="{CDC2CBB7-AB4C-FE2B-6925-3C1837D5A5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11" b="29411"/>
          <a:stretch/>
        </p:blipFill>
        <p:spPr>
          <a:xfrm>
            <a:off x="-24560" y="-868699"/>
            <a:ext cx="12191999" cy="3019273"/>
          </a:xfrm>
          <a:custGeom>
            <a:avLst/>
            <a:gdLst>
              <a:gd name="connsiteX0" fmla="*/ 0 w 9144001"/>
              <a:gd name="connsiteY0" fmla="*/ 0 h 2512952"/>
              <a:gd name="connsiteX1" fmla="*/ 9144001 w 9144001"/>
              <a:gd name="connsiteY1" fmla="*/ 0 h 2512952"/>
              <a:gd name="connsiteX2" fmla="*/ 9144001 w 9144001"/>
              <a:gd name="connsiteY2" fmla="*/ 1399768 h 2512952"/>
              <a:gd name="connsiteX3" fmla="*/ 8663326 w 9144001"/>
              <a:gd name="connsiteY3" fmla="*/ 1763961 h 2512952"/>
              <a:gd name="connsiteX4" fmla="*/ 7746690 w 9144001"/>
              <a:gd name="connsiteY4" fmla="*/ 2226328 h 2512952"/>
              <a:gd name="connsiteX5" fmla="*/ 4057791 w 9144001"/>
              <a:gd name="connsiteY5" fmla="*/ 2238996 h 2512952"/>
              <a:gd name="connsiteX6" fmla="*/ 609227 w 9144001"/>
              <a:gd name="connsiteY6" fmla="*/ 902565 h 2512952"/>
              <a:gd name="connsiteX7" fmla="*/ 117374 w 9144001"/>
              <a:gd name="connsiteY7" fmla="*/ 817059 h 2512952"/>
              <a:gd name="connsiteX8" fmla="*/ 0 w 9144001"/>
              <a:gd name="connsiteY8" fmla="*/ 779056 h 2512952"/>
              <a:gd name="connsiteX9" fmla="*/ 0 w 9144001"/>
              <a:gd name="connsiteY9" fmla="*/ 0 h 2512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144001" h="2512952">
                <a:moveTo>
                  <a:pt x="0" y="0"/>
                </a:moveTo>
                <a:cubicBezTo>
                  <a:pt x="0" y="0"/>
                  <a:pt x="0" y="0"/>
                  <a:pt x="9144001" y="0"/>
                </a:cubicBezTo>
                <a:cubicBezTo>
                  <a:pt x="9144001" y="0"/>
                  <a:pt x="9144001" y="0"/>
                  <a:pt x="9144001" y="1399768"/>
                </a:cubicBezTo>
                <a:cubicBezTo>
                  <a:pt x="9004269" y="1529611"/>
                  <a:pt x="8842181" y="1649953"/>
                  <a:pt x="8663326" y="1763961"/>
                </a:cubicBezTo>
                <a:cubicBezTo>
                  <a:pt x="8395042" y="1941308"/>
                  <a:pt x="8093223" y="2102819"/>
                  <a:pt x="7746690" y="2226328"/>
                </a:cubicBezTo>
                <a:cubicBezTo>
                  <a:pt x="6656788" y="2619024"/>
                  <a:pt x="5186817" y="2593688"/>
                  <a:pt x="4057791" y="2238996"/>
                </a:cubicBezTo>
                <a:cubicBezTo>
                  <a:pt x="2833746" y="1852634"/>
                  <a:pt x="1961824" y="1111580"/>
                  <a:pt x="609227" y="902565"/>
                </a:cubicBezTo>
                <a:cubicBezTo>
                  <a:pt x="441551" y="877230"/>
                  <a:pt x="268284" y="861396"/>
                  <a:pt x="117374" y="817059"/>
                </a:cubicBezTo>
                <a:cubicBezTo>
                  <a:pt x="72660" y="807558"/>
                  <a:pt x="33536" y="794891"/>
                  <a:pt x="0" y="779056"/>
                </a:cubicBezTo>
                <a:cubicBezTo>
                  <a:pt x="0" y="779056"/>
                  <a:pt x="0" y="779056"/>
                  <a:pt x="0" y="0"/>
                </a:cubicBezTo>
                <a:close/>
              </a:path>
            </a:pathLst>
          </a:cu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1661DE-3F40-5B33-2F7E-E58905CC8327}"/>
              </a:ext>
            </a:extLst>
          </p:cNvPr>
          <p:cNvSpPr txBox="1">
            <a:spLocks/>
          </p:cNvSpPr>
          <p:nvPr/>
        </p:nvSpPr>
        <p:spPr>
          <a:xfrm>
            <a:off x="982658" y="1969234"/>
            <a:ext cx="4892675" cy="6155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>
                <a:solidFill>
                  <a:schemeClr val="tx1"/>
                </a:solidFill>
              </a:rPr>
              <a:t>CQRS</a:t>
            </a:r>
          </a:p>
        </p:txBody>
      </p:sp>
      <p:sp>
        <p:nvSpPr>
          <p:cNvPr id="3" name="Freeform 9">
            <a:extLst>
              <a:ext uri="{FF2B5EF4-FFF2-40B4-BE49-F238E27FC236}">
                <a16:creationId xmlns:a16="http://schemas.microsoft.com/office/drawing/2014/main" id="{49D02FA9-A26F-8150-928D-69536E601E79}"/>
              </a:ext>
            </a:extLst>
          </p:cNvPr>
          <p:cNvSpPr>
            <a:spLocks/>
          </p:cNvSpPr>
          <p:nvPr/>
        </p:nvSpPr>
        <p:spPr bwMode="auto">
          <a:xfrm rot="5400000">
            <a:off x="4442844" y="-5400512"/>
            <a:ext cx="3163077" cy="12192000"/>
          </a:xfrm>
          <a:custGeom>
            <a:avLst/>
            <a:gdLst>
              <a:gd name="T0" fmla="*/ 285 w 827"/>
              <a:gd name="T1" fmla="*/ 1527 h 1636"/>
              <a:gd name="T2" fmla="*/ 707 w 827"/>
              <a:gd name="T3" fmla="*/ 910 h 1636"/>
              <a:gd name="T4" fmla="*/ 703 w 827"/>
              <a:gd name="T5" fmla="*/ 250 h 1636"/>
              <a:gd name="T6" fmla="*/ 557 w 827"/>
              <a:gd name="T7" fmla="*/ 86 h 1636"/>
              <a:gd name="T8" fmla="*/ 442 w 827"/>
              <a:gd name="T9" fmla="*/ 0 h 1636"/>
              <a:gd name="T10" fmla="*/ 0 w 827"/>
              <a:gd name="T11" fmla="*/ 0 h 1636"/>
              <a:gd name="T12" fmla="*/ 0 w 827"/>
              <a:gd name="T13" fmla="*/ 1636 h 1636"/>
              <a:gd name="T14" fmla="*/ 246 w 827"/>
              <a:gd name="T15" fmla="*/ 1636 h 1636"/>
              <a:gd name="T16" fmla="*/ 258 w 827"/>
              <a:gd name="T17" fmla="*/ 1615 h 1636"/>
              <a:gd name="T18" fmla="*/ 285 w 827"/>
              <a:gd name="T19" fmla="*/ 1527 h 16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27" h="1636">
                <a:moveTo>
                  <a:pt x="285" y="1527"/>
                </a:moveTo>
                <a:cubicBezTo>
                  <a:pt x="351" y="1285"/>
                  <a:pt x="585" y="1129"/>
                  <a:pt x="707" y="910"/>
                </a:cubicBezTo>
                <a:cubicBezTo>
                  <a:pt x="819" y="708"/>
                  <a:pt x="827" y="445"/>
                  <a:pt x="703" y="250"/>
                </a:cubicBezTo>
                <a:cubicBezTo>
                  <a:pt x="664" y="188"/>
                  <a:pt x="613" y="134"/>
                  <a:pt x="557" y="86"/>
                </a:cubicBezTo>
                <a:cubicBezTo>
                  <a:pt x="521" y="54"/>
                  <a:pt x="483" y="25"/>
                  <a:pt x="44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6"/>
                  <a:pt x="0" y="1636"/>
                  <a:pt x="0" y="1636"/>
                </a:cubicBezTo>
                <a:cubicBezTo>
                  <a:pt x="246" y="1636"/>
                  <a:pt x="246" y="1636"/>
                  <a:pt x="246" y="1636"/>
                </a:cubicBezTo>
                <a:cubicBezTo>
                  <a:pt x="251" y="1630"/>
                  <a:pt x="255" y="1623"/>
                  <a:pt x="258" y="1615"/>
                </a:cubicBezTo>
                <a:cubicBezTo>
                  <a:pt x="272" y="1588"/>
                  <a:pt x="277" y="1557"/>
                  <a:pt x="285" y="1527"/>
                </a:cubicBezTo>
                <a:close/>
              </a:path>
            </a:pathLst>
          </a:custGeom>
          <a:gradFill>
            <a:gsLst>
              <a:gs pos="45000">
                <a:schemeClr val="accent1">
                  <a:alpha val="80000"/>
                </a:schemeClr>
              </a:gs>
              <a:gs pos="100000">
                <a:schemeClr val="accent6"/>
              </a:gs>
            </a:gsLst>
            <a:lin ang="19200000" scaled="0"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sp>
        <p:nvSpPr>
          <p:cNvPr id="5" name="TextBox 29">
            <a:extLst>
              <a:ext uri="{FF2B5EF4-FFF2-40B4-BE49-F238E27FC236}">
                <a16:creationId xmlns:a16="http://schemas.microsoft.com/office/drawing/2014/main" id="{A8E5CA9F-7171-29D0-A4DE-340378F7A711}"/>
              </a:ext>
            </a:extLst>
          </p:cNvPr>
          <p:cNvSpPr txBox="1"/>
          <p:nvPr/>
        </p:nvSpPr>
        <p:spPr>
          <a:xfrm>
            <a:off x="982658" y="2681629"/>
            <a:ext cx="4401105" cy="29277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accent1"/>
                </a:solidFill>
              </a:rPr>
              <a:t>Command Query </a:t>
            </a:r>
            <a:r>
              <a:rPr lang="en-US" sz="1000" b="1" dirty="0" err="1">
                <a:solidFill>
                  <a:schemeClr val="accent1"/>
                </a:solidFill>
              </a:rPr>
              <a:t>Responasibility</a:t>
            </a:r>
            <a:r>
              <a:rPr lang="en-US" sz="1000" b="1" dirty="0">
                <a:solidFill>
                  <a:schemeClr val="accent1"/>
                </a:solidFill>
              </a:rPr>
              <a:t> Segregation</a:t>
            </a:r>
          </a:p>
        </p:txBody>
      </p:sp>
      <p:sp>
        <p:nvSpPr>
          <p:cNvPr id="6" name="TextBox 32">
            <a:extLst>
              <a:ext uri="{FF2B5EF4-FFF2-40B4-BE49-F238E27FC236}">
                <a16:creationId xmlns:a16="http://schemas.microsoft.com/office/drawing/2014/main" id="{2439CAC6-487F-2AC8-554E-68F17CD64981}"/>
              </a:ext>
            </a:extLst>
          </p:cNvPr>
          <p:cNvSpPr txBox="1"/>
          <p:nvPr/>
        </p:nvSpPr>
        <p:spPr>
          <a:xfrm>
            <a:off x="982658" y="1434786"/>
            <a:ext cx="1461962" cy="71558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5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04.B</a:t>
            </a: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8F0D36BE-5CE9-7999-D411-F17A4572991E}"/>
              </a:ext>
            </a:extLst>
          </p:cNvPr>
          <p:cNvSpPr>
            <a:spLocks/>
          </p:cNvSpPr>
          <p:nvPr/>
        </p:nvSpPr>
        <p:spPr bwMode="auto">
          <a:xfrm rot="16200000">
            <a:off x="9801497" y="-91806"/>
            <a:ext cx="2287266" cy="2493743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45000">
                <a:schemeClr val="accent1"/>
              </a:gs>
              <a:gs pos="100000">
                <a:schemeClr val="accent2"/>
              </a:gs>
            </a:gsLst>
            <a:lin ang="2400000" scaled="0"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 dirty="0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DAC99FF-39A2-A553-FFE5-CAACB5B486A7}"/>
              </a:ext>
            </a:extLst>
          </p:cNvPr>
          <p:cNvSpPr txBox="1">
            <a:spLocks/>
          </p:cNvSpPr>
          <p:nvPr/>
        </p:nvSpPr>
        <p:spPr>
          <a:xfrm>
            <a:off x="-1354205" y="2503788"/>
            <a:ext cx="6135687" cy="261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25" kern="120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Lato Semibold"/>
                <a:ea typeface="+mn-ea"/>
                <a:cs typeface="+mn-cs"/>
              </a:rPr>
              <a:t>Sistema de onboarding RRHH</a:t>
            </a:r>
            <a:endParaRPr kumimoji="0" lang="en-ID" sz="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Lato Semibold"/>
              <a:ea typeface="+mn-ea"/>
              <a:cs typeface="+mn-cs"/>
            </a:endParaRPr>
          </a:p>
        </p:txBody>
      </p:sp>
      <p:sp>
        <p:nvSpPr>
          <p:cNvPr id="12" name="TextBox 29">
            <a:extLst>
              <a:ext uri="{FF2B5EF4-FFF2-40B4-BE49-F238E27FC236}">
                <a16:creationId xmlns:a16="http://schemas.microsoft.com/office/drawing/2014/main" id="{6FD40FD1-8540-1A5C-2DE2-E51009D5E16B}"/>
              </a:ext>
            </a:extLst>
          </p:cNvPr>
          <p:cNvSpPr txBox="1"/>
          <p:nvPr/>
        </p:nvSpPr>
        <p:spPr>
          <a:xfrm>
            <a:off x="7598063" y="3443031"/>
            <a:ext cx="2307938" cy="37292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accent1"/>
                </a:solidFill>
              </a:rPr>
              <a:t>¿Como </a:t>
            </a:r>
            <a:r>
              <a:rPr lang="en-US" sz="1400" b="1" dirty="0" err="1">
                <a:solidFill>
                  <a:schemeClr val="accent1"/>
                </a:solidFill>
              </a:rPr>
              <a:t>funciona</a:t>
            </a:r>
            <a:r>
              <a:rPr lang="en-US" sz="1400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13" name="TextBox 134">
            <a:extLst>
              <a:ext uri="{FF2B5EF4-FFF2-40B4-BE49-F238E27FC236}">
                <a16:creationId xmlns:a16="http://schemas.microsoft.com/office/drawing/2014/main" id="{D20F1107-FEC6-1774-9E84-CDA03AB45196}"/>
              </a:ext>
            </a:extLst>
          </p:cNvPr>
          <p:cNvSpPr txBox="1"/>
          <p:nvPr/>
        </p:nvSpPr>
        <p:spPr>
          <a:xfrm>
            <a:off x="7598063" y="3841309"/>
            <a:ext cx="4401104" cy="1665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ES" sz="1400" dirty="0"/>
              <a:t>Cada operación es una clase con una sola responsabilidad.</a:t>
            </a:r>
          </a:p>
          <a:p>
            <a:pPr marL="285750" indent="-285750">
              <a:buFontTx/>
              <a:buChar char="-"/>
            </a:pPr>
            <a:r>
              <a:rPr lang="es-ES" sz="1400" dirty="0"/>
              <a:t>Un </a:t>
            </a:r>
            <a:r>
              <a:rPr lang="es-ES" sz="1400" b="1" dirty="0" err="1"/>
              <a:t>Command</a:t>
            </a:r>
            <a:r>
              <a:rPr lang="es-ES" sz="1400" dirty="0"/>
              <a:t> expresa una intención.</a:t>
            </a:r>
          </a:p>
          <a:p>
            <a:r>
              <a:rPr lang="es-ES" sz="1400" dirty="0"/>
              <a:t>       (</a:t>
            </a:r>
            <a:r>
              <a:rPr lang="es-ES" sz="1400" dirty="0" err="1"/>
              <a:t>LoginCommand</a:t>
            </a:r>
            <a:r>
              <a:rPr lang="es-ES" sz="1400" dirty="0"/>
              <a:t>, </a:t>
            </a:r>
            <a:r>
              <a:rPr lang="es-ES" sz="1400" dirty="0" err="1"/>
              <a:t>CreateCandidateCommand</a:t>
            </a:r>
            <a:r>
              <a:rPr lang="es-ES" sz="1400" dirty="0"/>
              <a:t>).</a:t>
            </a:r>
          </a:p>
          <a:p>
            <a:pPr marL="285750" indent="-285750">
              <a:buFontTx/>
              <a:buChar char="-"/>
            </a:pPr>
            <a:r>
              <a:rPr lang="es-ES" sz="1400" dirty="0"/>
              <a:t>Un </a:t>
            </a:r>
            <a:r>
              <a:rPr lang="es-ES" sz="1400" b="1" dirty="0"/>
              <a:t>Handler</a:t>
            </a:r>
            <a:r>
              <a:rPr lang="es-ES" sz="1400" dirty="0"/>
              <a:t> contiene la lógica para ejecutarla.</a:t>
            </a:r>
          </a:p>
          <a:p>
            <a:pPr marL="285750" indent="-285750">
              <a:buFontTx/>
              <a:buChar char="-"/>
            </a:pPr>
            <a:r>
              <a:rPr lang="es-ES" sz="1400" dirty="0"/>
              <a:t>Un </a:t>
            </a:r>
            <a:r>
              <a:rPr lang="es-ES" sz="1400" b="1" dirty="0"/>
              <a:t>Bus</a:t>
            </a:r>
            <a:r>
              <a:rPr lang="es-ES" sz="1400" dirty="0"/>
              <a:t> despacha el comando al </a:t>
            </a:r>
            <a:r>
              <a:rPr lang="es-ES" sz="1400" dirty="0" err="1"/>
              <a:t>handler</a:t>
            </a:r>
            <a:r>
              <a:rPr lang="es-ES" sz="1400" dirty="0"/>
              <a:t> correcto.</a:t>
            </a:r>
          </a:p>
          <a:p>
            <a:pPr>
              <a:lnSpc>
                <a:spcPct val="150000"/>
              </a:lnSpc>
            </a:pPr>
            <a:endParaRPr lang="en-US" sz="1400" dirty="0"/>
          </a:p>
        </p:txBody>
      </p:sp>
      <p:sp>
        <p:nvSpPr>
          <p:cNvPr id="16" name="TextBox 134">
            <a:extLst>
              <a:ext uri="{FF2B5EF4-FFF2-40B4-BE49-F238E27FC236}">
                <a16:creationId xmlns:a16="http://schemas.microsoft.com/office/drawing/2014/main" id="{40FE54FB-A2ED-F40E-357D-BD9ED09855CB}"/>
              </a:ext>
            </a:extLst>
          </p:cNvPr>
          <p:cNvSpPr txBox="1"/>
          <p:nvPr/>
        </p:nvSpPr>
        <p:spPr>
          <a:xfrm>
            <a:off x="982658" y="5996226"/>
            <a:ext cx="1008344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err="1"/>
              <a:t>Controller</a:t>
            </a:r>
            <a:r>
              <a:rPr lang="es-ES" sz="1400" dirty="0"/>
              <a:t> </a:t>
            </a:r>
            <a:r>
              <a:rPr lang="es-ES" sz="1400" dirty="0">
                <a:sym typeface="Wingdings" panose="05000000000000000000" pitchFamily="2" charset="2"/>
              </a:rPr>
              <a:t> </a:t>
            </a:r>
            <a:r>
              <a:rPr lang="es-ES" sz="1400" dirty="0"/>
              <a:t> </a:t>
            </a:r>
            <a:r>
              <a:rPr lang="es-ES" sz="1400" dirty="0" err="1"/>
              <a:t>CommandBus.dispatch</a:t>
            </a:r>
            <a:r>
              <a:rPr lang="es-ES" sz="1400" dirty="0"/>
              <a:t>(</a:t>
            </a:r>
            <a:r>
              <a:rPr lang="es-ES" sz="1400" dirty="0" err="1"/>
              <a:t>LoginCommand</a:t>
            </a:r>
            <a:r>
              <a:rPr lang="es-ES" sz="1400" dirty="0"/>
              <a:t>) </a:t>
            </a:r>
            <a:r>
              <a:rPr lang="es-ES" sz="1400" dirty="0">
                <a:sym typeface="Wingdings" panose="05000000000000000000" pitchFamily="2" charset="2"/>
              </a:rPr>
              <a:t></a:t>
            </a:r>
            <a:r>
              <a:rPr lang="es-ES" sz="1400" dirty="0"/>
              <a:t> </a:t>
            </a:r>
            <a:r>
              <a:rPr lang="es-ES" sz="1400" dirty="0" err="1"/>
              <a:t>LoginCommandHandler.handle</a:t>
            </a:r>
            <a:r>
              <a:rPr lang="es-ES" sz="1400" dirty="0"/>
              <a:t>() </a:t>
            </a:r>
            <a:r>
              <a:rPr lang="es-ES" sz="1400" dirty="0">
                <a:sym typeface="Wingdings" panose="05000000000000000000" pitchFamily="2" charset="2"/>
              </a:rPr>
              <a:t> Response</a:t>
            </a:r>
            <a:endParaRPr lang="es-ES" sz="1400" dirty="0"/>
          </a:p>
          <a:p>
            <a:br>
              <a:rPr lang="es-ES" dirty="0"/>
            </a:br>
            <a:endParaRPr lang="es-ES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D746E058-103B-0238-AC65-1B17BC8E5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831" y="3197833"/>
            <a:ext cx="2484335" cy="230906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CAFD60D4-F6EC-4B0B-0B7A-F2C57A1100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4689" y="2262235"/>
            <a:ext cx="2394691" cy="354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216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E1E68-C960-B73C-DC98-42E038029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1" descr="Personas trabajando en un ordenador">
            <a:extLst>
              <a:ext uri="{FF2B5EF4-FFF2-40B4-BE49-F238E27FC236}">
                <a16:creationId xmlns:a16="http://schemas.microsoft.com/office/drawing/2014/main" id="{4467B553-BA8C-81EF-31F5-4C4E08376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11" b="29411"/>
          <a:stretch/>
        </p:blipFill>
        <p:spPr>
          <a:xfrm>
            <a:off x="-24560" y="-868699"/>
            <a:ext cx="12191999" cy="3019273"/>
          </a:xfrm>
          <a:custGeom>
            <a:avLst/>
            <a:gdLst>
              <a:gd name="connsiteX0" fmla="*/ 0 w 9144001"/>
              <a:gd name="connsiteY0" fmla="*/ 0 h 2512952"/>
              <a:gd name="connsiteX1" fmla="*/ 9144001 w 9144001"/>
              <a:gd name="connsiteY1" fmla="*/ 0 h 2512952"/>
              <a:gd name="connsiteX2" fmla="*/ 9144001 w 9144001"/>
              <a:gd name="connsiteY2" fmla="*/ 1399768 h 2512952"/>
              <a:gd name="connsiteX3" fmla="*/ 8663326 w 9144001"/>
              <a:gd name="connsiteY3" fmla="*/ 1763961 h 2512952"/>
              <a:gd name="connsiteX4" fmla="*/ 7746690 w 9144001"/>
              <a:gd name="connsiteY4" fmla="*/ 2226328 h 2512952"/>
              <a:gd name="connsiteX5" fmla="*/ 4057791 w 9144001"/>
              <a:gd name="connsiteY5" fmla="*/ 2238996 h 2512952"/>
              <a:gd name="connsiteX6" fmla="*/ 609227 w 9144001"/>
              <a:gd name="connsiteY6" fmla="*/ 902565 h 2512952"/>
              <a:gd name="connsiteX7" fmla="*/ 117374 w 9144001"/>
              <a:gd name="connsiteY7" fmla="*/ 817059 h 2512952"/>
              <a:gd name="connsiteX8" fmla="*/ 0 w 9144001"/>
              <a:gd name="connsiteY8" fmla="*/ 779056 h 2512952"/>
              <a:gd name="connsiteX9" fmla="*/ 0 w 9144001"/>
              <a:gd name="connsiteY9" fmla="*/ 0 h 2512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144001" h="2512952">
                <a:moveTo>
                  <a:pt x="0" y="0"/>
                </a:moveTo>
                <a:cubicBezTo>
                  <a:pt x="0" y="0"/>
                  <a:pt x="0" y="0"/>
                  <a:pt x="9144001" y="0"/>
                </a:cubicBezTo>
                <a:cubicBezTo>
                  <a:pt x="9144001" y="0"/>
                  <a:pt x="9144001" y="0"/>
                  <a:pt x="9144001" y="1399768"/>
                </a:cubicBezTo>
                <a:cubicBezTo>
                  <a:pt x="9004269" y="1529611"/>
                  <a:pt x="8842181" y="1649953"/>
                  <a:pt x="8663326" y="1763961"/>
                </a:cubicBezTo>
                <a:cubicBezTo>
                  <a:pt x="8395042" y="1941308"/>
                  <a:pt x="8093223" y="2102819"/>
                  <a:pt x="7746690" y="2226328"/>
                </a:cubicBezTo>
                <a:cubicBezTo>
                  <a:pt x="6656788" y="2619024"/>
                  <a:pt x="5186817" y="2593688"/>
                  <a:pt x="4057791" y="2238996"/>
                </a:cubicBezTo>
                <a:cubicBezTo>
                  <a:pt x="2833746" y="1852634"/>
                  <a:pt x="1961824" y="1111580"/>
                  <a:pt x="609227" y="902565"/>
                </a:cubicBezTo>
                <a:cubicBezTo>
                  <a:pt x="441551" y="877230"/>
                  <a:pt x="268284" y="861396"/>
                  <a:pt x="117374" y="817059"/>
                </a:cubicBezTo>
                <a:cubicBezTo>
                  <a:pt x="72660" y="807558"/>
                  <a:pt x="33536" y="794891"/>
                  <a:pt x="0" y="779056"/>
                </a:cubicBezTo>
                <a:cubicBezTo>
                  <a:pt x="0" y="779056"/>
                  <a:pt x="0" y="779056"/>
                  <a:pt x="0" y="0"/>
                </a:cubicBezTo>
                <a:close/>
              </a:path>
            </a:pathLst>
          </a:cu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41AA16-6A13-9417-8DC0-561F8D731723}"/>
              </a:ext>
            </a:extLst>
          </p:cNvPr>
          <p:cNvSpPr txBox="1">
            <a:spLocks/>
          </p:cNvSpPr>
          <p:nvPr/>
        </p:nvSpPr>
        <p:spPr>
          <a:xfrm>
            <a:off x="982658" y="1969234"/>
            <a:ext cx="4892675" cy="6155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 err="1">
                <a:solidFill>
                  <a:schemeClr val="tx1"/>
                </a:solidFill>
              </a:rPr>
              <a:t>SpringBus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3" name="Freeform 9">
            <a:extLst>
              <a:ext uri="{FF2B5EF4-FFF2-40B4-BE49-F238E27FC236}">
                <a16:creationId xmlns:a16="http://schemas.microsoft.com/office/drawing/2014/main" id="{86D9E7EB-BA23-A07A-D995-A16C688F8932}"/>
              </a:ext>
            </a:extLst>
          </p:cNvPr>
          <p:cNvSpPr>
            <a:spLocks/>
          </p:cNvSpPr>
          <p:nvPr/>
        </p:nvSpPr>
        <p:spPr bwMode="auto">
          <a:xfrm rot="5400000">
            <a:off x="4442844" y="-5400512"/>
            <a:ext cx="3163077" cy="12192000"/>
          </a:xfrm>
          <a:custGeom>
            <a:avLst/>
            <a:gdLst>
              <a:gd name="T0" fmla="*/ 285 w 827"/>
              <a:gd name="T1" fmla="*/ 1527 h 1636"/>
              <a:gd name="T2" fmla="*/ 707 w 827"/>
              <a:gd name="T3" fmla="*/ 910 h 1636"/>
              <a:gd name="T4" fmla="*/ 703 w 827"/>
              <a:gd name="T5" fmla="*/ 250 h 1636"/>
              <a:gd name="T6" fmla="*/ 557 w 827"/>
              <a:gd name="T7" fmla="*/ 86 h 1636"/>
              <a:gd name="T8" fmla="*/ 442 w 827"/>
              <a:gd name="T9" fmla="*/ 0 h 1636"/>
              <a:gd name="T10" fmla="*/ 0 w 827"/>
              <a:gd name="T11" fmla="*/ 0 h 1636"/>
              <a:gd name="T12" fmla="*/ 0 w 827"/>
              <a:gd name="T13" fmla="*/ 1636 h 1636"/>
              <a:gd name="T14" fmla="*/ 246 w 827"/>
              <a:gd name="T15" fmla="*/ 1636 h 1636"/>
              <a:gd name="T16" fmla="*/ 258 w 827"/>
              <a:gd name="T17" fmla="*/ 1615 h 1636"/>
              <a:gd name="T18" fmla="*/ 285 w 827"/>
              <a:gd name="T19" fmla="*/ 1527 h 16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27" h="1636">
                <a:moveTo>
                  <a:pt x="285" y="1527"/>
                </a:moveTo>
                <a:cubicBezTo>
                  <a:pt x="351" y="1285"/>
                  <a:pt x="585" y="1129"/>
                  <a:pt x="707" y="910"/>
                </a:cubicBezTo>
                <a:cubicBezTo>
                  <a:pt x="819" y="708"/>
                  <a:pt x="827" y="445"/>
                  <a:pt x="703" y="250"/>
                </a:cubicBezTo>
                <a:cubicBezTo>
                  <a:pt x="664" y="188"/>
                  <a:pt x="613" y="134"/>
                  <a:pt x="557" y="86"/>
                </a:cubicBezTo>
                <a:cubicBezTo>
                  <a:pt x="521" y="54"/>
                  <a:pt x="483" y="25"/>
                  <a:pt x="44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6"/>
                  <a:pt x="0" y="1636"/>
                  <a:pt x="0" y="1636"/>
                </a:cubicBezTo>
                <a:cubicBezTo>
                  <a:pt x="246" y="1636"/>
                  <a:pt x="246" y="1636"/>
                  <a:pt x="246" y="1636"/>
                </a:cubicBezTo>
                <a:cubicBezTo>
                  <a:pt x="251" y="1630"/>
                  <a:pt x="255" y="1623"/>
                  <a:pt x="258" y="1615"/>
                </a:cubicBezTo>
                <a:cubicBezTo>
                  <a:pt x="272" y="1588"/>
                  <a:pt x="277" y="1557"/>
                  <a:pt x="285" y="1527"/>
                </a:cubicBezTo>
                <a:close/>
              </a:path>
            </a:pathLst>
          </a:custGeom>
          <a:gradFill>
            <a:gsLst>
              <a:gs pos="45000">
                <a:schemeClr val="accent1">
                  <a:alpha val="80000"/>
                </a:schemeClr>
              </a:gs>
              <a:gs pos="100000">
                <a:schemeClr val="accent6"/>
              </a:gs>
            </a:gsLst>
            <a:lin ang="19200000" scaled="0"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sp>
        <p:nvSpPr>
          <p:cNvPr id="5" name="TextBox 29">
            <a:extLst>
              <a:ext uri="{FF2B5EF4-FFF2-40B4-BE49-F238E27FC236}">
                <a16:creationId xmlns:a16="http://schemas.microsoft.com/office/drawing/2014/main" id="{5DA8EB59-F996-A49F-3420-FAD178FEF59C}"/>
              </a:ext>
            </a:extLst>
          </p:cNvPr>
          <p:cNvSpPr txBox="1"/>
          <p:nvPr/>
        </p:nvSpPr>
        <p:spPr>
          <a:xfrm>
            <a:off x="982658" y="2681629"/>
            <a:ext cx="4401105" cy="29277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accent1"/>
                </a:solidFill>
              </a:rPr>
              <a:t>Command Query </a:t>
            </a:r>
            <a:r>
              <a:rPr lang="en-US" sz="1000" b="1" dirty="0" err="1">
                <a:solidFill>
                  <a:schemeClr val="accent1"/>
                </a:solidFill>
              </a:rPr>
              <a:t>Responasibility</a:t>
            </a:r>
            <a:r>
              <a:rPr lang="en-US" sz="1000" b="1" dirty="0">
                <a:solidFill>
                  <a:schemeClr val="accent1"/>
                </a:solidFill>
              </a:rPr>
              <a:t> Segregation</a:t>
            </a:r>
          </a:p>
        </p:txBody>
      </p:sp>
      <p:sp>
        <p:nvSpPr>
          <p:cNvPr id="6" name="TextBox 32">
            <a:extLst>
              <a:ext uri="{FF2B5EF4-FFF2-40B4-BE49-F238E27FC236}">
                <a16:creationId xmlns:a16="http://schemas.microsoft.com/office/drawing/2014/main" id="{BADA713D-5919-654C-EDBF-0EEDC75E1ECC}"/>
              </a:ext>
            </a:extLst>
          </p:cNvPr>
          <p:cNvSpPr txBox="1"/>
          <p:nvPr/>
        </p:nvSpPr>
        <p:spPr>
          <a:xfrm>
            <a:off x="982658" y="1434786"/>
            <a:ext cx="1461962" cy="71558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5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04.C</a:t>
            </a: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D7EA60D9-9943-9CCC-A11C-4C93E7C9A498}"/>
              </a:ext>
            </a:extLst>
          </p:cNvPr>
          <p:cNvSpPr>
            <a:spLocks/>
          </p:cNvSpPr>
          <p:nvPr/>
        </p:nvSpPr>
        <p:spPr bwMode="auto">
          <a:xfrm rot="16200000">
            <a:off x="9801497" y="-91806"/>
            <a:ext cx="2287266" cy="2493743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45000">
                <a:schemeClr val="accent1"/>
              </a:gs>
              <a:gs pos="100000">
                <a:schemeClr val="accent2"/>
              </a:gs>
            </a:gsLst>
            <a:lin ang="2400000" scaled="0"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 dirty="0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94E35DDA-174F-E664-7F57-96EEB87C68E5}"/>
              </a:ext>
            </a:extLst>
          </p:cNvPr>
          <p:cNvSpPr txBox="1">
            <a:spLocks/>
          </p:cNvSpPr>
          <p:nvPr/>
        </p:nvSpPr>
        <p:spPr>
          <a:xfrm>
            <a:off x="-1354205" y="2503788"/>
            <a:ext cx="6135687" cy="261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25" kern="120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Lato Semibold"/>
                <a:ea typeface="+mn-ea"/>
                <a:cs typeface="+mn-cs"/>
              </a:rPr>
              <a:t>Sistema de onboarding RRHH</a:t>
            </a:r>
            <a:endParaRPr kumimoji="0" lang="en-ID" sz="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Lato Semibold"/>
              <a:ea typeface="+mn-ea"/>
              <a:cs typeface="+mn-cs"/>
            </a:endParaRPr>
          </a:p>
        </p:txBody>
      </p:sp>
      <p:sp>
        <p:nvSpPr>
          <p:cNvPr id="12" name="TextBox 29">
            <a:extLst>
              <a:ext uri="{FF2B5EF4-FFF2-40B4-BE49-F238E27FC236}">
                <a16:creationId xmlns:a16="http://schemas.microsoft.com/office/drawing/2014/main" id="{3E64D1B5-BE55-4061-166E-33AB6C11FB8E}"/>
              </a:ext>
            </a:extLst>
          </p:cNvPr>
          <p:cNvSpPr txBox="1"/>
          <p:nvPr/>
        </p:nvSpPr>
        <p:spPr>
          <a:xfrm>
            <a:off x="875272" y="2992487"/>
            <a:ext cx="2307938" cy="37292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accent1"/>
                </a:solidFill>
              </a:rPr>
              <a:t>¿Como </a:t>
            </a:r>
            <a:r>
              <a:rPr lang="en-US" sz="1400" b="1" dirty="0" err="1">
                <a:solidFill>
                  <a:schemeClr val="accent1"/>
                </a:solidFill>
              </a:rPr>
              <a:t>funciona</a:t>
            </a:r>
            <a:r>
              <a:rPr lang="en-US" sz="1400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13" name="TextBox 134">
            <a:extLst>
              <a:ext uri="{FF2B5EF4-FFF2-40B4-BE49-F238E27FC236}">
                <a16:creationId xmlns:a16="http://schemas.microsoft.com/office/drawing/2014/main" id="{01E57EEF-4964-0A11-3BB5-D85887D6415E}"/>
              </a:ext>
            </a:extLst>
          </p:cNvPr>
          <p:cNvSpPr txBox="1"/>
          <p:nvPr/>
        </p:nvSpPr>
        <p:spPr>
          <a:xfrm>
            <a:off x="681519" y="3592171"/>
            <a:ext cx="44011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ES" sz="1400" dirty="0"/>
              <a:t>Spring detecta todos los </a:t>
            </a:r>
            <a:r>
              <a:rPr lang="es-ES" sz="1400" dirty="0" err="1"/>
              <a:t>beans</a:t>
            </a:r>
            <a:r>
              <a:rPr lang="es-ES" sz="1400" dirty="0"/>
              <a:t> que implementan </a:t>
            </a:r>
            <a:r>
              <a:rPr lang="es-ES" sz="1400" dirty="0" err="1"/>
              <a:t>CommandHandler</a:t>
            </a:r>
            <a:r>
              <a:rPr lang="es-ES" sz="1400" dirty="0"/>
              <a:t>.</a:t>
            </a:r>
          </a:p>
          <a:p>
            <a:pPr marL="285750" indent="-285750">
              <a:buFontTx/>
              <a:buChar char="-"/>
            </a:pPr>
            <a:r>
              <a:rPr lang="es-ES" sz="1400" dirty="0"/>
              <a:t>El bus itera esa lista y usa </a:t>
            </a:r>
            <a:r>
              <a:rPr lang="es-ES" sz="1400" dirty="0" err="1"/>
              <a:t>ResolvableType</a:t>
            </a:r>
            <a:endParaRPr lang="es-ES" sz="1400" dirty="0"/>
          </a:p>
          <a:p>
            <a:pPr marL="285750" indent="-285750">
              <a:buFontTx/>
              <a:buChar char="-"/>
            </a:pPr>
            <a:r>
              <a:rPr lang="es-ES" sz="1400" dirty="0"/>
              <a:t>Construye un </a:t>
            </a:r>
            <a:r>
              <a:rPr lang="es-ES" sz="1400" dirty="0" err="1"/>
              <a:t>Map</a:t>
            </a:r>
            <a:r>
              <a:rPr lang="es-ES" sz="1400" dirty="0"/>
              <a:t>&lt;Class&lt;?&gt;, </a:t>
            </a:r>
            <a:r>
              <a:rPr lang="es-ES" sz="1400" dirty="0" err="1"/>
              <a:t>CommandHandler</a:t>
            </a:r>
            <a:r>
              <a:rPr lang="es-ES" sz="1400" dirty="0"/>
              <a:t>&gt;</a:t>
            </a:r>
          </a:p>
          <a:p>
            <a:pPr marL="285750" indent="-285750">
              <a:buFontTx/>
              <a:buChar char="-"/>
            </a:pPr>
            <a:r>
              <a:rPr lang="es-ES" sz="1400" dirty="0"/>
              <a:t>Busca en el mapa por </a:t>
            </a:r>
            <a:r>
              <a:rPr lang="es-ES" sz="1400" dirty="0" err="1"/>
              <a:t>command.getClass</a:t>
            </a:r>
            <a:r>
              <a:rPr lang="es-ES" sz="1400" dirty="0"/>
              <a:t>() y delega al </a:t>
            </a:r>
            <a:r>
              <a:rPr lang="es-ES" sz="1400" dirty="0" err="1"/>
              <a:t>handler</a:t>
            </a:r>
            <a:r>
              <a:rPr lang="es-ES" sz="1400" dirty="0"/>
              <a:t> encontrado.</a:t>
            </a:r>
            <a:endParaRPr lang="en-US" sz="14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922DC4F-204A-E16D-144B-6BC83B0F4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763" y="2528839"/>
            <a:ext cx="6515665" cy="329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979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080C3CA-E8AC-E40F-D213-44C362D09745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686498" y="267419"/>
            <a:ext cx="4406851" cy="1328468"/>
          </a:xfrm>
        </p:spPr>
        <p:txBody>
          <a:bodyPr/>
          <a:lstStyle/>
          <a:p>
            <a:r>
              <a:rPr lang="es-ES" dirty="0"/>
              <a:t>05 MODULOS PRINCIPALES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1AFB72A7-4AA8-BAA2-3EE2-B1440F1A65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202084"/>
              </p:ext>
            </p:extLst>
          </p:nvPr>
        </p:nvGraphicFramePr>
        <p:xfrm>
          <a:off x="1858512" y="1846053"/>
          <a:ext cx="8474976" cy="4499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7488">
                  <a:extLst>
                    <a:ext uri="{9D8B030D-6E8A-4147-A177-3AD203B41FA5}">
                      <a16:colId xmlns:a16="http://schemas.microsoft.com/office/drawing/2014/main" val="697398906"/>
                    </a:ext>
                  </a:extLst>
                </a:gridCol>
                <a:gridCol w="4237488">
                  <a:extLst>
                    <a:ext uri="{9D8B030D-6E8A-4147-A177-3AD203B41FA5}">
                      <a16:colId xmlns:a16="http://schemas.microsoft.com/office/drawing/2014/main" val="1999932343"/>
                    </a:ext>
                  </a:extLst>
                </a:gridCol>
              </a:tblGrid>
              <a:tr h="183253"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MODULO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DESCRIPCIÓN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265081"/>
                  </a:ext>
                </a:extLst>
              </a:tr>
              <a:tr h="320693">
                <a:tc>
                  <a:txBody>
                    <a:bodyPr/>
                    <a:lstStyle/>
                    <a:p>
                      <a:r>
                        <a:rPr lang="es-ES" sz="1400" dirty="0" err="1"/>
                        <a:t>Access_tokens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Gestiona los tokens de acceso seguro para candidatos.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376067"/>
                  </a:ext>
                </a:extLst>
              </a:tr>
              <a:tr h="320693">
                <a:tc>
                  <a:txBody>
                    <a:bodyPr/>
                    <a:lstStyle/>
                    <a:p>
                      <a:r>
                        <a:rPr lang="es-ES" sz="1400" dirty="0" err="1"/>
                        <a:t>Admin_users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Almacena los administradores del sistema.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712584"/>
                  </a:ext>
                </a:extLst>
              </a:tr>
              <a:tr h="320693">
                <a:tc>
                  <a:txBody>
                    <a:bodyPr/>
                    <a:lstStyle/>
                    <a:p>
                      <a:r>
                        <a:rPr lang="es-ES" sz="1400" dirty="0"/>
                        <a:t>Candidates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Guarda la información básica de los candidatos.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544896"/>
                  </a:ext>
                </a:extLst>
              </a:tr>
              <a:tr h="320693">
                <a:tc>
                  <a:txBody>
                    <a:bodyPr/>
                    <a:lstStyle/>
                    <a:p>
                      <a:r>
                        <a:rPr lang="es-ES" sz="1400" dirty="0" err="1"/>
                        <a:t>Data_answers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Registra las respuestas de los candidatos al formulario.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825099"/>
                  </a:ext>
                </a:extLst>
              </a:tr>
              <a:tr h="320693">
                <a:tc>
                  <a:txBody>
                    <a:bodyPr/>
                    <a:lstStyle/>
                    <a:p>
                      <a:r>
                        <a:rPr lang="es-ES" sz="1400" dirty="0" err="1"/>
                        <a:t>Data_fields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Define los campos dinámicos del formulario.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756772"/>
                  </a:ext>
                </a:extLst>
              </a:tr>
              <a:tr h="320693">
                <a:tc>
                  <a:txBody>
                    <a:bodyPr/>
                    <a:lstStyle/>
                    <a:p>
                      <a:r>
                        <a:rPr lang="es-ES" sz="1400" dirty="0" err="1"/>
                        <a:t>Document_requirements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Registra las respuestas de los candidatos al formulario.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588903"/>
                  </a:ext>
                </a:extLst>
              </a:tr>
              <a:tr h="320693">
                <a:tc>
                  <a:txBody>
                    <a:bodyPr/>
                    <a:lstStyle/>
                    <a:p>
                      <a:r>
                        <a:rPr lang="es-ES" sz="1400" dirty="0" err="1"/>
                        <a:t>Field_options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Contiene las opciones para campos tipo selección.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303806"/>
                  </a:ext>
                </a:extLst>
              </a:tr>
              <a:tr h="320693">
                <a:tc>
                  <a:txBody>
                    <a:bodyPr/>
                    <a:lstStyle/>
                    <a:p>
                      <a:r>
                        <a:rPr lang="es-ES" sz="1400" dirty="0" err="1"/>
                        <a:t>Notifications</a:t>
                      </a:r>
                      <a:r>
                        <a:rPr lang="es-ES" sz="1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Registra los envíos de notificaciones por email.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478142"/>
                  </a:ext>
                </a:extLst>
              </a:tr>
              <a:tr h="320693">
                <a:tc>
                  <a:txBody>
                    <a:bodyPr/>
                    <a:lstStyle/>
                    <a:p>
                      <a:r>
                        <a:rPr lang="es-ES" sz="1400" dirty="0" err="1"/>
                        <a:t>Onboarding_processes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Gestiona el estado del proceso de incorporación de cada candidato.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993475"/>
                  </a:ext>
                </a:extLst>
              </a:tr>
              <a:tr h="320693">
                <a:tc>
                  <a:txBody>
                    <a:bodyPr/>
                    <a:lstStyle/>
                    <a:p>
                      <a:r>
                        <a:rPr lang="es-ES" sz="1400" dirty="0" err="1"/>
                        <a:t>Uploaded_documents</a:t>
                      </a:r>
                      <a:r>
                        <a:rPr lang="es-ES" sz="1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Almacena los documentos subidos por los candidatos.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129242"/>
                  </a:ext>
                </a:extLst>
              </a:tr>
            </a:tbl>
          </a:graphicData>
        </a:graphic>
      </p:graphicFrame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8F06B461-7192-7A62-7562-915CEA1BFCAD}"/>
              </a:ext>
            </a:extLst>
          </p:cNvPr>
          <p:cNvSpPr txBox="1">
            <a:spLocks/>
          </p:cNvSpPr>
          <p:nvPr/>
        </p:nvSpPr>
        <p:spPr>
          <a:xfrm>
            <a:off x="2822079" y="1459032"/>
            <a:ext cx="6135687" cy="261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25" kern="120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Semibold"/>
                <a:ea typeface="+mn-ea"/>
                <a:cs typeface="+mn-cs"/>
              </a:rPr>
              <a:t>Sistema de onboarding RRHH</a:t>
            </a:r>
            <a:endParaRPr kumimoji="0" lang="en-ID" sz="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ato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4036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811F5-1AB1-A94D-4D78-901E67F4E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D729303-3341-9386-3ECF-325E9410569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686498" y="267419"/>
            <a:ext cx="4406851" cy="1328468"/>
          </a:xfrm>
        </p:spPr>
        <p:txBody>
          <a:bodyPr/>
          <a:lstStyle/>
          <a:p>
            <a:r>
              <a:rPr lang="es-ES" dirty="0"/>
              <a:t>06 FLUJOS PRINCIPALES</a:t>
            </a:r>
          </a:p>
        </p:txBody>
      </p:sp>
      <p:sp>
        <p:nvSpPr>
          <p:cNvPr id="2" name="TextBox 13">
            <a:extLst>
              <a:ext uri="{FF2B5EF4-FFF2-40B4-BE49-F238E27FC236}">
                <a16:creationId xmlns:a16="http://schemas.microsoft.com/office/drawing/2014/main" id="{97033742-6C2C-AC93-48B1-F6EDE760C75E}"/>
              </a:ext>
            </a:extLst>
          </p:cNvPr>
          <p:cNvSpPr txBox="1"/>
          <p:nvPr/>
        </p:nvSpPr>
        <p:spPr>
          <a:xfrm>
            <a:off x="710284" y="1595887"/>
            <a:ext cx="5845791" cy="4154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100" b="1" dirty="0">
                <a:solidFill>
                  <a:srgbClr val="333333"/>
                </a:solidFill>
                <a:latin typeface="Lato Black"/>
              </a:rPr>
              <a:t>FLUJO 1: Crear </a:t>
            </a:r>
            <a:r>
              <a:rPr lang="en-US" sz="2100" b="1" dirty="0" err="1">
                <a:solidFill>
                  <a:srgbClr val="333333"/>
                </a:solidFill>
                <a:latin typeface="Lato Black"/>
              </a:rPr>
              <a:t>candidato</a:t>
            </a:r>
            <a:r>
              <a:rPr lang="en-US" sz="2100" b="1" dirty="0">
                <a:solidFill>
                  <a:srgbClr val="333333"/>
                </a:solidFill>
                <a:latin typeface="Lato Black"/>
              </a:rPr>
              <a:t>  e </a:t>
            </a:r>
            <a:r>
              <a:rPr lang="en-US" sz="2100" b="1" dirty="0" err="1">
                <a:solidFill>
                  <a:srgbClr val="333333"/>
                </a:solidFill>
                <a:latin typeface="Lato Black"/>
              </a:rPr>
              <a:t>inicar</a:t>
            </a:r>
            <a:r>
              <a:rPr lang="en-US" sz="2100" b="1" dirty="0">
                <a:solidFill>
                  <a:srgbClr val="333333"/>
                </a:solidFill>
                <a:latin typeface="Lato Black"/>
              </a:rPr>
              <a:t> </a:t>
            </a:r>
            <a:r>
              <a:rPr lang="en-US" sz="2100" b="1" dirty="0" err="1">
                <a:solidFill>
                  <a:srgbClr val="333333"/>
                </a:solidFill>
                <a:latin typeface="Lato Black"/>
              </a:rPr>
              <a:t>proceso</a:t>
            </a:r>
            <a:endParaRPr lang="en-US" sz="2100" b="1" dirty="0">
              <a:solidFill>
                <a:srgbClr val="333333"/>
              </a:solidFill>
              <a:latin typeface="Lato Black"/>
            </a:endParaRPr>
          </a:p>
        </p:txBody>
      </p:sp>
      <p:sp>
        <p:nvSpPr>
          <p:cNvPr id="5" name="TextBox 134">
            <a:extLst>
              <a:ext uri="{FF2B5EF4-FFF2-40B4-BE49-F238E27FC236}">
                <a16:creationId xmlns:a16="http://schemas.microsoft.com/office/drawing/2014/main" id="{DA9938B6-27E4-1BC5-36EF-70E10B287F19}"/>
              </a:ext>
            </a:extLst>
          </p:cNvPr>
          <p:cNvSpPr txBox="1"/>
          <p:nvPr/>
        </p:nvSpPr>
        <p:spPr>
          <a:xfrm>
            <a:off x="775624" y="2100666"/>
            <a:ext cx="854768" cy="453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dirty="0" err="1"/>
              <a:t>Admin</a:t>
            </a:r>
            <a:endParaRPr lang="es-ES" dirty="0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A2FFFB54-60C1-3D54-3185-1E537881D8A7}"/>
              </a:ext>
            </a:extLst>
          </p:cNvPr>
          <p:cNvCxnSpPr/>
          <p:nvPr/>
        </p:nvCxnSpPr>
        <p:spPr>
          <a:xfrm>
            <a:off x="1630392" y="2389517"/>
            <a:ext cx="923027" cy="0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34">
            <a:extLst>
              <a:ext uri="{FF2B5EF4-FFF2-40B4-BE49-F238E27FC236}">
                <a16:creationId xmlns:a16="http://schemas.microsoft.com/office/drawing/2014/main" id="{619E2608-1340-D125-340F-6B9E8CAF46C6}"/>
              </a:ext>
            </a:extLst>
          </p:cNvPr>
          <p:cNvSpPr txBox="1"/>
          <p:nvPr/>
        </p:nvSpPr>
        <p:spPr>
          <a:xfrm>
            <a:off x="2778411" y="2100666"/>
            <a:ext cx="1793589" cy="453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dirty="0"/>
              <a:t>Crea candidato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B335E322-F534-8860-641B-8BC99096B6EB}"/>
              </a:ext>
            </a:extLst>
          </p:cNvPr>
          <p:cNvCxnSpPr/>
          <p:nvPr/>
        </p:nvCxnSpPr>
        <p:spPr>
          <a:xfrm>
            <a:off x="4572000" y="2389517"/>
            <a:ext cx="923027" cy="0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34">
            <a:extLst>
              <a:ext uri="{FF2B5EF4-FFF2-40B4-BE49-F238E27FC236}">
                <a16:creationId xmlns:a16="http://schemas.microsoft.com/office/drawing/2014/main" id="{9F71018C-B2BC-32E3-1DA6-7A996FC33A52}"/>
              </a:ext>
            </a:extLst>
          </p:cNvPr>
          <p:cNvSpPr txBox="1"/>
          <p:nvPr/>
        </p:nvSpPr>
        <p:spPr>
          <a:xfrm>
            <a:off x="5608231" y="1955199"/>
            <a:ext cx="3432962" cy="868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dirty="0" err="1"/>
              <a:t>Backend</a:t>
            </a:r>
            <a:r>
              <a:rPr lang="es-ES" dirty="0"/>
              <a:t> crea registro en tablas candidates y </a:t>
            </a:r>
            <a:r>
              <a:rPr lang="es-ES" dirty="0" err="1"/>
              <a:t>onboardingprocess</a:t>
            </a:r>
            <a:endParaRPr lang="es-ES" dirty="0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597F4EB3-67B6-E393-29D7-19AC01406268}"/>
              </a:ext>
            </a:extLst>
          </p:cNvPr>
          <p:cNvCxnSpPr/>
          <p:nvPr/>
        </p:nvCxnSpPr>
        <p:spPr>
          <a:xfrm>
            <a:off x="9132498" y="2389517"/>
            <a:ext cx="923027" cy="0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34">
            <a:extLst>
              <a:ext uri="{FF2B5EF4-FFF2-40B4-BE49-F238E27FC236}">
                <a16:creationId xmlns:a16="http://schemas.microsoft.com/office/drawing/2014/main" id="{1AD39894-C0BC-4FC5-9E15-E173D7F24F05}"/>
              </a:ext>
            </a:extLst>
          </p:cNvPr>
          <p:cNvSpPr txBox="1"/>
          <p:nvPr/>
        </p:nvSpPr>
        <p:spPr>
          <a:xfrm>
            <a:off x="10227299" y="1955199"/>
            <a:ext cx="1590889" cy="868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dirty="0"/>
              <a:t>Candidato recibe mail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66D6AC-5272-58B3-1E2E-1E45FE6C4914}"/>
              </a:ext>
            </a:extLst>
          </p:cNvPr>
          <p:cNvSpPr txBox="1"/>
          <p:nvPr/>
        </p:nvSpPr>
        <p:spPr>
          <a:xfrm>
            <a:off x="710283" y="2924355"/>
            <a:ext cx="5845791" cy="4154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100" b="1" dirty="0">
                <a:solidFill>
                  <a:srgbClr val="333333"/>
                </a:solidFill>
                <a:latin typeface="Lato Black"/>
              </a:rPr>
              <a:t>FLUJO 2: </a:t>
            </a:r>
            <a:r>
              <a:rPr lang="en-US" sz="2100" b="1" dirty="0" err="1">
                <a:solidFill>
                  <a:srgbClr val="333333"/>
                </a:solidFill>
                <a:latin typeface="Lato Black"/>
              </a:rPr>
              <a:t>Candidato</a:t>
            </a:r>
            <a:r>
              <a:rPr lang="en-US" sz="2100" b="1" dirty="0">
                <a:solidFill>
                  <a:srgbClr val="333333"/>
                </a:solidFill>
                <a:latin typeface="Lato Black"/>
              </a:rPr>
              <a:t> completa </a:t>
            </a:r>
            <a:r>
              <a:rPr lang="en-US" sz="2100" b="1" dirty="0" err="1">
                <a:solidFill>
                  <a:srgbClr val="333333"/>
                </a:solidFill>
                <a:latin typeface="Lato Black"/>
              </a:rPr>
              <a:t>el</a:t>
            </a:r>
            <a:r>
              <a:rPr lang="en-US" sz="2100" b="1" dirty="0">
                <a:solidFill>
                  <a:srgbClr val="333333"/>
                </a:solidFill>
                <a:latin typeface="Lato Black"/>
              </a:rPr>
              <a:t> </a:t>
            </a:r>
            <a:r>
              <a:rPr lang="en-US" sz="2100" b="1" dirty="0" err="1">
                <a:solidFill>
                  <a:srgbClr val="333333"/>
                </a:solidFill>
                <a:latin typeface="Lato Black"/>
              </a:rPr>
              <a:t>formulario</a:t>
            </a:r>
            <a:endParaRPr lang="en-US" sz="2100" b="1" dirty="0">
              <a:solidFill>
                <a:srgbClr val="333333"/>
              </a:solidFill>
              <a:latin typeface="Lato Black"/>
            </a:endParaRPr>
          </a:p>
        </p:txBody>
      </p:sp>
      <p:sp>
        <p:nvSpPr>
          <p:cNvPr id="15" name="TextBox 134">
            <a:extLst>
              <a:ext uri="{FF2B5EF4-FFF2-40B4-BE49-F238E27FC236}">
                <a16:creationId xmlns:a16="http://schemas.microsoft.com/office/drawing/2014/main" id="{EA8BCE05-7D1D-0A43-507C-99856A2B1FFE}"/>
              </a:ext>
            </a:extLst>
          </p:cNvPr>
          <p:cNvSpPr txBox="1"/>
          <p:nvPr/>
        </p:nvSpPr>
        <p:spPr>
          <a:xfrm>
            <a:off x="710283" y="3302487"/>
            <a:ext cx="1748245" cy="868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dirty="0"/>
              <a:t>Candidato accede al link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A22077AC-5B4C-9373-E7AB-9C4BBA5F8ACD}"/>
              </a:ext>
            </a:extLst>
          </p:cNvPr>
          <p:cNvCxnSpPr/>
          <p:nvPr/>
        </p:nvCxnSpPr>
        <p:spPr>
          <a:xfrm>
            <a:off x="2467153" y="3762799"/>
            <a:ext cx="923027" cy="0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34">
            <a:extLst>
              <a:ext uri="{FF2B5EF4-FFF2-40B4-BE49-F238E27FC236}">
                <a16:creationId xmlns:a16="http://schemas.microsoft.com/office/drawing/2014/main" id="{208322A3-2375-2569-A215-C77C208143B2}"/>
              </a:ext>
            </a:extLst>
          </p:cNvPr>
          <p:cNvSpPr txBox="1"/>
          <p:nvPr/>
        </p:nvSpPr>
        <p:spPr>
          <a:xfrm>
            <a:off x="3613363" y="3302487"/>
            <a:ext cx="1748245" cy="868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dirty="0" err="1"/>
              <a:t>Backend</a:t>
            </a:r>
            <a:r>
              <a:rPr lang="es-ES" dirty="0"/>
              <a:t> valida token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B1408B6D-256B-E39F-9C01-86278493D965}"/>
              </a:ext>
            </a:extLst>
          </p:cNvPr>
          <p:cNvCxnSpPr/>
          <p:nvPr/>
        </p:nvCxnSpPr>
        <p:spPr>
          <a:xfrm>
            <a:off x="5495027" y="3762799"/>
            <a:ext cx="923027" cy="0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34">
            <a:extLst>
              <a:ext uri="{FF2B5EF4-FFF2-40B4-BE49-F238E27FC236}">
                <a16:creationId xmlns:a16="http://schemas.microsoft.com/office/drawing/2014/main" id="{D842B0D3-7017-C30D-E781-040637F6970B}"/>
              </a:ext>
            </a:extLst>
          </p:cNvPr>
          <p:cNvSpPr txBox="1"/>
          <p:nvPr/>
        </p:nvSpPr>
        <p:spPr>
          <a:xfrm>
            <a:off x="6553368" y="3312544"/>
            <a:ext cx="1748245" cy="868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dirty="0"/>
              <a:t>Candidato rellena campos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2B6B528E-9C12-852B-AF6D-7F434C8E8FFE}"/>
              </a:ext>
            </a:extLst>
          </p:cNvPr>
          <p:cNvCxnSpPr/>
          <p:nvPr/>
        </p:nvCxnSpPr>
        <p:spPr>
          <a:xfrm>
            <a:off x="8343181" y="3743979"/>
            <a:ext cx="923027" cy="0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134">
            <a:extLst>
              <a:ext uri="{FF2B5EF4-FFF2-40B4-BE49-F238E27FC236}">
                <a16:creationId xmlns:a16="http://schemas.microsoft.com/office/drawing/2014/main" id="{FF91F663-52D5-1EC8-861E-A8B336BD4F4B}"/>
              </a:ext>
            </a:extLst>
          </p:cNvPr>
          <p:cNvSpPr txBox="1"/>
          <p:nvPr/>
        </p:nvSpPr>
        <p:spPr>
          <a:xfrm>
            <a:off x="9535150" y="3302487"/>
            <a:ext cx="2656850" cy="868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dirty="0"/>
              <a:t>Datos se guardan progresivamente</a:t>
            </a:r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D9617656-E110-2F59-87D3-93D84384AC8C}"/>
              </a:ext>
            </a:extLst>
          </p:cNvPr>
          <p:cNvSpPr txBox="1"/>
          <p:nvPr/>
        </p:nvSpPr>
        <p:spPr>
          <a:xfrm>
            <a:off x="690325" y="4184086"/>
            <a:ext cx="5845791" cy="4154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100" b="1" dirty="0">
                <a:solidFill>
                  <a:srgbClr val="333333"/>
                </a:solidFill>
                <a:latin typeface="Lato Black"/>
              </a:rPr>
              <a:t>FLUJO 3: </a:t>
            </a:r>
            <a:r>
              <a:rPr lang="en-US" sz="2100" b="1" dirty="0" err="1">
                <a:solidFill>
                  <a:srgbClr val="333333"/>
                </a:solidFill>
                <a:latin typeface="Lato Black"/>
              </a:rPr>
              <a:t>Candidato</a:t>
            </a:r>
            <a:r>
              <a:rPr lang="en-US" sz="2100" b="1" dirty="0">
                <a:solidFill>
                  <a:srgbClr val="333333"/>
                </a:solidFill>
                <a:latin typeface="Lato Black"/>
              </a:rPr>
              <a:t> </a:t>
            </a:r>
            <a:r>
              <a:rPr lang="en-US" sz="2100" b="1" dirty="0" err="1">
                <a:solidFill>
                  <a:srgbClr val="333333"/>
                </a:solidFill>
                <a:latin typeface="Lato Black"/>
              </a:rPr>
              <a:t>envia</a:t>
            </a:r>
            <a:r>
              <a:rPr lang="en-US" sz="2100" b="1" dirty="0">
                <a:solidFill>
                  <a:srgbClr val="333333"/>
                </a:solidFill>
                <a:latin typeface="Lato Black"/>
              </a:rPr>
              <a:t> </a:t>
            </a:r>
            <a:r>
              <a:rPr lang="en-US" sz="2100" b="1" dirty="0" err="1">
                <a:solidFill>
                  <a:srgbClr val="333333"/>
                </a:solidFill>
                <a:latin typeface="Lato Black"/>
              </a:rPr>
              <a:t>el</a:t>
            </a:r>
            <a:r>
              <a:rPr lang="en-US" sz="2100" b="1" dirty="0">
                <a:solidFill>
                  <a:srgbClr val="333333"/>
                </a:solidFill>
                <a:latin typeface="Lato Black"/>
              </a:rPr>
              <a:t> </a:t>
            </a:r>
            <a:r>
              <a:rPr lang="en-US" sz="2100" b="1" dirty="0" err="1">
                <a:solidFill>
                  <a:srgbClr val="333333"/>
                </a:solidFill>
                <a:latin typeface="Lato Black"/>
              </a:rPr>
              <a:t>formulario</a:t>
            </a:r>
            <a:endParaRPr lang="en-US" sz="2100" b="1" dirty="0">
              <a:solidFill>
                <a:srgbClr val="333333"/>
              </a:solidFill>
              <a:latin typeface="Lato Black"/>
            </a:endParaRPr>
          </a:p>
        </p:txBody>
      </p:sp>
      <p:sp>
        <p:nvSpPr>
          <p:cNvPr id="23" name="TextBox 134">
            <a:extLst>
              <a:ext uri="{FF2B5EF4-FFF2-40B4-BE49-F238E27FC236}">
                <a16:creationId xmlns:a16="http://schemas.microsoft.com/office/drawing/2014/main" id="{EB42A399-F383-F643-6DEC-8D40771ABD9B}"/>
              </a:ext>
            </a:extLst>
          </p:cNvPr>
          <p:cNvSpPr txBox="1"/>
          <p:nvPr/>
        </p:nvSpPr>
        <p:spPr>
          <a:xfrm>
            <a:off x="710282" y="4612547"/>
            <a:ext cx="1748245" cy="868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dirty="0"/>
              <a:t>Candidato </a:t>
            </a:r>
            <a:r>
              <a:rPr lang="es-ES" dirty="0" err="1"/>
              <a:t>envia</a:t>
            </a:r>
            <a:endParaRPr lang="es-ES" dirty="0"/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DAE792FC-3B80-FFDC-CBE6-4D6AAE7CD864}"/>
              </a:ext>
            </a:extLst>
          </p:cNvPr>
          <p:cNvCxnSpPr/>
          <p:nvPr/>
        </p:nvCxnSpPr>
        <p:spPr>
          <a:xfrm>
            <a:off x="1998450" y="5046865"/>
            <a:ext cx="923027" cy="0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134">
            <a:extLst>
              <a:ext uri="{FF2B5EF4-FFF2-40B4-BE49-F238E27FC236}">
                <a16:creationId xmlns:a16="http://schemas.microsoft.com/office/drawing/2014/main" id="{8AD79EA8-D3A9-0C3C-7A66-60521E1B47BF}"/>
              </a:ext>
            </a:extLst>
          </p:cNvPr>
          <p:cNvSpPr txBox="1"/>
          <p:nvPr/>
        </p:nvSpPr>
        <p:spPr>
          <a:xfrm>
            <a:off x="3246448" y="4599584"/>
            <a:ext cx="1748245" cy="868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dirty="0"/>
              <a:t>Se guardan datos</a:t>
            </a: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161C85AD-F68E-9EAB-BBC9-EC2EFFB11AE7}"/>
              </a:ext>
            </a:extLst>
          </p:cNvPr>
          <p:cNvCxnSpPr/>
          <p:nvPr/>
        </p:nvCxnSpPr>
        <p:spPr>
          <a:xfrm>
            <a:off x="4685204" y="5046865"/>
            <a:ext cx="923027" cy="0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134">
            <a:extLst>
              <a:ext uri="{FF2B5EF4-FFF2-40B4-BE49-F238E27FC236}">
                <a16:creationId xmlns:a16="http://schemas.microsoft.com/office/drawing/2014/main" id="{A2517767-9D13-C474-AF5B-5BCB09124228}"/>
              </a:ext>
            </a:extLst>
          </p:cNvPr>
          <p:cNvSpPr txBox="1"/>
          <p:nvPr/>
        </p:nvSpPr>
        <p:spPr>
          <a:xfrm>
            <a:off x="5889923" y="4614252"/>
            <a:ext cx="2529458" cy="868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dirty="0"/>
              <a:t>Candidato ve confirmación de </a:t>
            </a:r>
            <a:r>
              <a:rPr lang="es-ES" dirty="0" err="1"/>
              <a:t>envio</a:t>
            </a:r>
            <a:endParaRPr lang="es-ES" dirty="0"/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CE301241-C9D9-8FB5-4EE8-35AF0E98EDAA}"/>
              </a:ext>
            </a:extLst>
          </p:cNvPr>
          <p:cNvSpPr txBox="1">
            <a:spLocks/>
          </p:cNvSpPr>
          <p:nvPr/>
        </p:nvSpPr>
        <p:spPr>
          <a:xfrm>
            <a:off x="2654756" y="1434860"/>
            <a:ext cx="6135687" cy="261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25" kern="120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Semibold"/>
                <a:ea typeface="+mn-ea"/>
                <a:cs typeface="+mn-cs"/>
              </a:rPr>
              <a:t>Sistema de onboarding RRHH</a:t>
            </a:r>
            <a:endParaRPr kumimoji="0" lang="en-ID" sz="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ato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8914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B436C-1CE5-6741-CA7A-ED08137F4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2CA71776-89E1-6AB0-1DB2-CF2628D17AB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686498" y="267419"/>
            <a:ext cx="4406851" cy="1328468"/>
          </a:xfrm>
        </p:spPr>
        <p:txBody>
          <a:bodyPr/>
          <a:lstStyle/>
          <a:p>
            <a:r>
              <a:rPr lang="es-ES" dirty="0"/>
              <a:t>07 FLUJOS PRINCIPALES</a:t>
            </a:r>
          </a:p>
        </p:txBody>
      </p:sp>
      <p:sp>
        <p:nvSpPr>
          <p:cNvPr id="2" name="TextBox 13">
            <a:extLst>
              <a:ext uri="{FF2B5EF4-FFF2-40B4-BE49-F238E27FC236}">
                <a16:creationId xmlns:a16="http://schemas.microsoft.com/office/drawing/2014/main" id="{F84AFB14-97FE-4FEF-6C2B-96D93A9595F3}"/>
              </a:ext>
            </a:extLst>
          </p:cNvPr>
          <p:cNvSpPr txBox="1"/>
          <p:nvPr/>
        </p:nvSpPr>
        <p:spPr>
          <a:xfrm>
            <a:off x="710284" y="1595887"/>
            <a:ext cx="5845791" cy="4154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100" b="1" dirty="0">
                <a:solidFill>
                  <a:srgbClr val="333333"/>
                </a:solidFill>
                <a:latin typeface="Lato Black"/>
              </a:rPr>
              <a:t>FLUJO 4: Admin </a:t>
            </a:r>
            <a:r>
              <a:rPr lang="en-US" sz="2100" b="1" dirty="0" err="1">
                <a:solidFill>
                  <a:srgbClr val="333333"/>
                </a:solidFill>
                <a:latin typeface="Lato Black"/>
              </a:rPr>
              <a:t>valida</a:t>
            </a:r>
            <a:r>
              <a:rPr lang="en-US" sz="2100" b="1" dirty="0">
                <a:solidFill>
                  <a:srgbClr val="333333"/>
                </a:solidFill>
                <a:latin typeface="Lato Black"/>
              </a:rPr>
              <a:t> </a:t>
            </a:r>
            <a:r>
              <a:rPr lang="en-US" sz="2100" b="1" dirty="0" err="1">
                <a:solidFill>
                  <a:srgbClr val="333333"/>
                </a:solidFill>
                <a:latin typeface="Lato Black"/>
              </a:rPr>
              <a:t>el</a:t>
            </a:r>
            <a:r>
              <a:rPr lang="en-US" sz="2100" b="1" dirty="0">
                <a:solidFill>
                  <a:srgbClr val="333333"/>
                </a:solidFill>
                <a:latin typeface="Lato Black"/>
              </a:rPr>
              <a:t> </a:t>
            </a:r>
            <a:r>
              <a:rPr lang="en-US" sz="2100" b="1" dirty="0" err="1">
                <a:solidFill>
                  <a:srgbClr val="333333"/>
                </a:solidFill>
                <a:latin typeface="Lato Black"/>
              </a:rPr>
              <a:t>proceso</a:t>
            </a:r>
            <a:endParaRPr lang="en-US" sz="2100" b="1" dirty="0">
              <a:solidFill>
                <a:srgbClr val="333333"/>
              </a:solidFill>
              <a:latin typeface="Lato Black"/>
            </a:endParaRPr>
          </a:p>
        </p:txBody>
      </p:sp>
      <p:sp>
        <p:nvSpPr>
          <p:cNvPr id="5" name="TextBox 134">
            <a:extLst>
              <a:ext uri="{FF2B5EF4-FFF2-40B4-BE49-F238E27FC236}">
                <a16:creationId xmlns:a16="http://schemas.microsoft.com/office/drawing/2014/main" id="{83E2CE82-9EB4-B873-85D9-6125F5C3C771}"/>
              </a:ext>
            </a:extLst>
          </p:cNvPr>
          <p:cNvSpPr txBox="1"/>
          <p:nvPr/>
        </p:nvSpPr>
        <p:spPr>
          <a:xfrm>
            <a:off x="768111" y="2023029"/>
            <a:ext cx="1632588" cy="868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dirty="0" err="1"/>
              <a:t>Admin</a:t>
            </a:r>
            <a:r>
              <a:rPr lang="es-ES" dirty="0"/>
              <a:t> filtra por </a:t>
            </a:r>
            <a:r>
              <a:rPr lang="es-ES" dirty="0" err="1"/>
              <a:t>Submitted</a:t>
            </a:r>
            <a:endParaRPr lang="es-ES" dirty="0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9EA4661E-6C10-AAF2-DD43-8A75F4F3DB51}"/>
              </a:ext>
            </a:extLst>
          </p:cNvPr>
          <p:cNvCxnSpPr/>
          <p:nvPr/>
        </p:nvCxnSpPr>
        <p:spPr>
          <a:xfrm>
            <a:off x="2467153" y="2389517"/>
            <a:ext cx="923027" cy="0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34">
            <a:extLst>
              <a:ext uri="{FF2B5EF4-FFF2-40B4-BE49-F238E27FC236}">
                <a16:creationId xmlns:a16="http://schemas.microsoft.com/office/drawing/2014/main" id="{09449878-803F-9F61-7FD7-191A515ECC70}"/>
              </a:ext>
            </a:extLst>
          </p:cNvPr>
          <p:cNvSpPr txBox="1"/>
          <p:nvPr/>
        </p:nvSpPr>
        <p:spPr>
          <a:xfrm>
            <a:off x="3616382" y="2146079"/>
            <a:ext cx="1793589" cy="453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dirty="0"/>
              <a:t>Revisa datos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5EA5517A-9CF2-6488-EBA7-A42D233D88F8}"/>
              </a:ext>
            </a:extLst>
          </p:cNvPr>
          <p:cNvCxnSpPr/>
          <p:nvPr/>
        </p:nvCxnSpPr>
        <p:spPr>
          <a:xfrm>
            <a:off x="5171827" y="2389517"/>
            <a:ext cx="923027" cy="0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34">
            <a:extLst>
              <a:ext uri="{FF2B5EF4-FFF2-40B4-BE49-F238E27FC236}">
                <a16:creationId xmlns:a16="http://schemas.microsoft.com/office/drawing/2014/main" id="{4D93A455-CA79-BCF1-F852-9164458FF524}"/>
              </a:ext>
            </a:extLst>
          </p:cNvPr>
          <p:cNvSpPr txBox="1"/>
          <p:nvPr/>
        </p:nvSpPr>
        <p:spPr>
          <a:xfrm>
            <a:off x="6272815" y="2130724"/>
            <a:ext cx="1385201" cy="453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dirty="0"/>
              <a:t>Valida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C03E9E6E-6100-9E96-2D69-8CD4DD1DA0E1}"/>
              </a:ext>
            </a:extLst>
          </p:cNvPr>
          <p:cNvCxnSpPr/>
          <p:nvPr/>
        </p:nvCxnSpPr>
        <p:spPr>
          <a:xfrm>
            <a:off x="7269525" y="2424023"/>
            <a:ext cx="923027" cy="0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34">
            <a:extLst>
              <a:ext uri="{FF2B5EF4-FFF2-40B4-BE49-F238E27FC236}">
                <a16:creationId xmlns:a16="http://schemas.microsoft.com/office/drawing/2014/main" id="{A519F590-9CD5-F6C1-F8DF-AF88FEC5A122}"/>
              </a:ext>
            </a:extLst>
          </p:cNvPr>
          <p:cNvSpPr txBox="1"/>
          <p:nvPr/>
        </p:nvSpPr>
        <p:spPr>
          <a:xfrm>
            <a:off x="8454949" y="1955199"/>
            <a:ext cx="2539795" cy="868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dirty="0"/>
              <a:t>Candidato recibe mail de </a:t>
            </a:r>
            <a:r>
              <a:rPr lang="es-ES" dirty="0" err="1"/>
              <a:t>confirmacion</a:t>
            </a:r>
            <a:endParaRPr lang="es-E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252AFA-03EE-F34C-7E2F-3C8784E1E8D2}"/>
              </a:ext>
            </a:extLst>
          </p:cNvPr>
          <p:cNvSpPr txBox="1"/>
          <p:nvPr/>
        </p:nvSpPr>
        <p:spPr>
          <a:xfrm>
            <a:off x="710283" y="2924355"/>
            <a:ext cx="5845791" cy="4154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100" b="1" dirty="0">
                <a:solidFill>
                  <a:srgbClr val="333333"/>
                </a:solidFill>
                <a:latin typeface="Lato Black"/>
              </a:rPr>
              <a:t>FLUJO 5: Admin </a:t>
            </a:r>
            <a:r>
              <a:rPr lang="en-US" sz="2100" b="1" dirty="0" err="1">
                <a:solidFill>
                  <a:srgbClr val="333333"/>
                </a:solidFill>
                <a:latin typeface="Lato Black"/>
              </a:rPr>
              <a:t>rechaza</a:t>
            </a:r>
            <a:r>
              <a:rPr lang="en-US" sz="2100" b="1" dirty="0">
                <a:solidFill>
                  <a:srgbClr val="333333"/>
                </a:solidFill>
                <a:latin typeface="Lato Black"/>
              </a:rPr>
              <a:t> </a:t>
            </a:r>
            <a:r>
              <a:rPr lang="en-US" sz="2100" b="1" dirty="0" err="1">
                <a:solidFill>
                  <a:srgbClr val="333333"/>
                </a:solidFill>
                <a:latin typeface="Lato Black"/>
              </a:rPr>
              <a:t>el</a:t>
            </a:r>
            <a:r>
              <a:rPr lang="en-US" sz="2100" b="1" dirty="0">
                <a:solidFill>
                  <a:srgbClr val="333333"/>
                </a:solidFill>
                <a:latin typeface="Lato Black"/>
              </a:rPr>
              <a:t> </a:t>
            </a:r>
            <a:r>
              <a:rPr lang="en-US" sz="2100" b="1" dirty="0" err="1">
                <a:solidFill>
                  <a:srgbClr val="333333"/>
                </a:solidFill>
                <a:latin typeface="Lato Black"/>
              </a:rPr>
              <a:t>proceso</a:t>
            </a:r>
            <a:endParaRPr lang="en-US" sz="2100" b="1" dirty="0">
              <a:solidFill>
                <a:srgbClr val="333333"/>
              </a:solidFill>
              <a:latin typeface="Lato Black"/>
            </a:endParaRPr>
          </a:p>
        </p:txBody>
      </p:sp>
      <p:sp>
        <p:nvSpPr>
          <p:cNvPr id="15" name="TextBox 134">
            <a:extLst>
              <a:ext uri="{FF2B5EF4-FFF2-40B4-BE49-F238E27FC236}">
                <a16:creationId xmlns:a16="http://schemas.microsoft.com/office/drawing/2014/main" id="{306047E2-CB03-7C01-A902-746AFC7E5495}"/>
              </a:ext>
            </a:extLst>
          </p:cNvPr>
          <p:cNvSpPr txBox="1"/>
          <p:nvPr/>
        </p:nvSpPr>
        <p:spPr>
          <a:xfrm>
            <a:off x="710283" y="3302487"/>
            <a:ext cx="2076049" cy="868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dirty="0" err="1"/>
              <a:t>Admin</a:t>
            </a:r>
            <a:r>
              <a:rPr lang="es-ES" dirty="0"/>
              <a:t> identifica problemas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CCE0EDA1-90DE-594A-2D51-8BF86B5CC9A3}"/>
              </a:ext>
            </a:extLst>
          </p:cNvPr>
          <p:cNvCxnSpPr/>
          <p:nvPr/>
        </p:nvCxnSpPr>
        <p:spPr>
          <a:xfrm>
            <a:off x="2467153" y="3762799"/>
            <a:ext cx="923027" cy="0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34">
            <a:extLst>
              <a:ext uri="{FF2B5EF4-FFF2-40B4-BE49-F238E27FC236}">
                <a16:creationId xmlns:a16="http://schemas.microsoft.com/office/drawing/2014/main" id="{2020F4FA-46A6-7D7F-E09E-4EAB8C0029B1}"/>
              </a:ext>
            </a:extLst>
          </p:cNvPr>
          <p:cNvSpPr txBox="1"/>
          <p:nvPr/>
        </p:nvSpPr>
        <p:spPr>
          <a:xfrm>
            <a:off x="3613363" y="3302487"/>
            <a:ext cx="2025270" cy="868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dirty="0"/>
              <a:t>Rechaza con anotaciones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F9228855-EBCC-C367-5AE7-A9A86981B893}"/>
              </a:ext>
            </a:extLst>
          </p:cNvPr>
          <p:cNvCxnSpPr/>
          <p:nvPr/>
        </p:nvCxnSpPr>
        <p:spPr>
          <a:xfrm>
            <a:off x="5098212" y="3773107"/>
            <a:ext cx="923027" cy="0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34">
            <a:extLst>
              <a:ext uri="{FF2B5EF4-FFF2-40B4-BE49-F238E27FC236}">
                <a16:creationId xmlns:a16="http://schemas.microsoft.com/office/drawing/2014/main" id="{909C3780-8CE5-EBC8-54DB-38DA4098B5C2}"/>
              </a:ext>
            </a:extLst>
          </p:cNvPr>
          <p:cNvSpPr txBox="1"/>
          <p:nvPr/>
        </p:nvSpPr>
        <p:spPr>
          <a:xfrm>
            <a:off x="6083394" y="3330842"/>
            <a:ext cx="2569234" cy="868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dirty="0"/>
              <a:t>Candidato recibe mail con motivo de rechazo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D745DC7B-8C26-FF86-162D-97EB3AAA47D5}"/>
              </a:ext>
            </a:extLst>
          </p:cNvPr>
          <p:cNvCxnSpPr/>
          <p:nvPr/>
        </p:nvCxnSpPr>
        <p:spPr>
          <a:xfrm>
            <a:off x="8612123" y="3773107"/>
            <a:ext cx="923027" cy="0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134">
            <a:extLst>
              <a:ext uri="{FF2B5EF4-FFF2-40B4-BE49-F238E27FC236}">
                <a16:creationId xmlns:a16="http://schemas.microsoft.com/office/drawing/2014/main" id="{B1B801FB-0837-5BDB-AED1-89B1DD2CB06C}"/>
              </a:ext>
            </a:extLst>
          </p:cNvPr>
          <p:cNvSpPr txBox="1"/>
          <p:nvPr/>
        </p:nvSpPr>
        <p:spPr>
          <a:xfrm>
            <a:off x="9621414" y="3339853"/>
            <a:ext cx="2170895" cy="868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dirty="0"/>
              <a:t>Candidato corrige y </a:t>
            </a:r>
            <a:r>
              <a:rPr lang="es-ES" dirty="0" err="1"/>
              <a:t>reenvia</a:t>
            </a:r>
            <a:endParaRPr lang="es-ES" dirty="0"/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149F578E-68D5-2B9D-252F-966D49AB9309}"/>
              </a:ext>
            </a:extLst>
          </p:cNvPr>
          <p:cNvSpPr txBox="1"/>
          <p:nvPr/>
        </p:nvSpPr>
        <p:spPr>
          <a:xfrm>
            <a:off x="690467" y="4262632"/>
            <a:ext cx="6659239" cy="4154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100" b="1" dirty="0">
                <a:solidFill>
                  <a:srgbClr val="333333"/>
                </a:solidFill>
                <a:latin typeface="Lato Black"/>
              </a:rPr>
              <a:t>ANOTACION: </a:t>
            </a:r>
            <a:r>
              <a:rPr lang="en-US" sz="2100" b="1" dirty="0" err="1">
                <a:solidFill>
                  <a:srgbClr val="333333"/>
                </a:solidFill>
                <a:latin typeface="Lato Black"/>
              </a:rPr>
              <a:t>Estados</a:t>
            </a:r>
            <a:r>
              <a:rPr lang="en-US" sz="2100" b="1" dirty="0">
                <a:solidFill>
                  <a:srgbClr val="333333"/>
                </a:solidFill>
                <a:latin typeface="Lato Black"/>
              </a:rPr>
              <a:t> del </a:t>
            </a:r>
            <a:r>
              <a:rPr lang="en-US" sz="2100" b="1" dirty="0" err="1">
                <a:solidFill>
                  <a:srgbClr val="333333"/>
                </a:solidFill>
                <a:latin typeface="Lato Black"/>
              </a:rPr>
              <a:t>proceso</a:t>
            </a:r>
            <a:r>
              <a:rPr lang="en-US" sz="2100" b="1" dirty="0">
                <a:solidFill>
                  <a:srgbClr val="333333"/>
                </a:solidFill>
                <a:latin typeface="Lato Black"/>
              </a:rPr>
              <a:t> de onboarding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C7D6049-960F-45E3-2FD3-57E7B81FF9B4}"/>
              </a:ext>
            </a:extLst>
          </p:cNvPr>
          <p:cNvSpPr txBox="1"/>
          <p:nvPr/>
        </p:nvSpPr>
        <p:spPr>
          <a:xfrm>
            <a:off x="768110" y="4835108"/>
            <a:ext cx="69611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PENDING → IN PROGRESS → SUBMITTED → VALIDATED</a:t>
            </a:r>
          </a:p>
          <a:p>
            <a:r>
              <a:rPr lang="es-ES" dirty="0"/>
              <a:t>                    	         ↘                         ↗</a:t>
            </a:r>
          </a:p>
          <a:p>
            <a:r>
              <a:rPr lang="es-ES" dirty="0"/>
              <a:t>				       REJECTED 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4C865577-84AF-E645-3973-4BD948CBD09E}"/>
              </a:ext>
            </a:extLst>
          </p:cNvPr>
          <p:cNvSpPr txBox="1">
            <a:spLocks/>
          </p:cNvSpPr>
          <p:nvPr/>
        </p:nvSpPr>
        <p:spPr>
          <a:xfrm>
            <a:off x="2565496" y="1476634"/>
            <a:ext cx="6135687" cy="261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25" kern="120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Semibold"/>
                <a:ea typeface="+mn-ea"/>
                <a:cs typeface="+mn-cs"/>
              </a:rPr>
              <a:t>Sistema de onboarding RRHH</a:t>
            </a:r>
            <a:endParaRPr kumimoji="0" lang="en-ID" sz="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ato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3556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B48E1273-D503-D80B-CB32-9C7E194FED3C}"/>
              </a:ext>
            </a:extLst>
          </p:cNvPr>
          <p:cNvSpPr txBox="1">
            <a:spLocks/>
          </p:cNvSpPr>
          <p:nvPr/>
        </p:nvSpPr>
        <p:spPr>
          <a:xfrm>
            <a:off x="3531395" y="414700"/>
            <a:ext cx="5129213" cy="876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25" kern="120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050" b="0" i="0" u="none" strike="noStrike" kern="1200" cap="none" spc="0" normalizeH="0" baseline="0" noProof="0" dirty="0">
                <a:ln>
                  <a:noFill/>
                </a:ln>
                <a:solidFill>
                  <a:srgbClr val="333333">
                    <a:lumMod val="20000"/>
                    <a:lumOff val="80000"/>
                  </a:srgbClr>
                </a:solidFill>
                <a:effectLst/>
                <a:uLnTx/>
                <a:uFillTx/>
                <a:latin typeface="Lato Semibold"/>
                <a:ea typeface="+mn-ea"/>
                <a:cs typeface="+mn-cs"/>
              </a:rPr>
              <a:t>08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33333">
                    <a:lumMod val="20000"/>
                    <a:lumOff val="80000"/>
                  </a:srgbClr>
                </a:solidFill>
                <a:effectLst/>
                <a:uLnTx/>
                <a:uFillTx/>
                <a:latin typeface="Lato Semibold"/>
                <a:ea typeface="+mn-ea"/>
                <a:cs typeface="+mn-cs"/>
              </a:rPr>
              <a:t>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Lato Black"/>
                <a:ea typeface="+mn-ea"/>
                <a:cs typeface="+mn-cs"/>
              </a:rPr>
              <a:t>SEGURIDAD</a:t>
            </a:r>
            <a:endParaRPr kumimoji="0" lang="en-ID" sz="3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Lato Black"/>
              <a:ea typeface="+mn-ea"/>
              <a:cs typeface="+mn-cs"/>
            </a:endParaRPr>
          </a:p>
        </p:txBody>
      </p:sp>
      <p:sp>
        <p:nvSpPr>
          <p:cNvPr id="4" name="Freeform 19">
            <a:extLst>
              <a:ext uri="{FF2B5EF4-FFF2-40B4-BE49-F238E27FC236}">
                <a16:creationId xmlns:a16="http://schemas.microsoft.com/office/drawing/2014/main" id="{2B6D85C4-B446-AB48-809D-6062395B42DD}"/>
              </a:ext>
            </a:extLst>
          </p:cNvPr>
          <p:cNvSpPr>
            <a:spLocks/>
          </p:cNvSpPr>
          <p:nvPr/>
        </p:nvSpPr>
        <p:spPr bwMode="auto">
          <a:xfrm>
            <a:off x="7079757" y="1356376"/>
            <a:ext cx="2482860" cy="2424039"/>
          </a:xfrm>
          <a:custGeom>
            <a:avLst/>
            <a:gdLst>
              <a:gd name="T0" fmla="*/ 1212 w 1235"/>
              <a:gd name="T1" fmla="*/ 579 h 1240"/>
              <a:gd name="T2" fmla="*/ 1165 w 1235"/>
              <a:gd name="T3" fmla="*/ 376 h 1240"/>
              <a:gd name="T4" fmla="*/ 1078 w 1235"/>
              <a:gd name="T5" fmla="*/ 175 h 1240"/>
              <a:gd name="T6" fmla="*/ 737 w 1235"/>
              <a:gd name="T7" fmla="*/ 8 h 1240"/>
              <a:gd name="T8" fmla="*/ 646 w 1235"/>
              <a:gd name="T9" fmla="*/ 0 h 1240"/>
              <a:gd name="T10" fmla="*/ 465 w 1235"/>
              <a:gd name="T11" fmla="*/ 45 h 1240"/>
              <a:gd name="T12" fmla="*/ 331 w 1235"/>
              <a:gd name="T13" fmla="*/ 172 h 1240"/>
              <a:gd name="T14" fmla="*/ 330 w 1235"/>
              <a:gd name="T15" fmla="*/ 174 h 1240"/>
              <a:gd name="T16" fmla="*/ 325 w 1235"/>
              <a:gd name="T17" fmla="*/ 180 h 1240"/>
              <a:gd name="T18" fmla="*/ 220 w 1235"/>
              <a:gd name="T19" fmla="*/ 283 h 1240"/>
              <a:gd name="T20" fmla="*/ 212 w 1235"/>
              <a:gd name="T21" fmla="*/ 288 h 1240"/>
              <a:gd name="T22" fmla="*/ 30 w 1235"/>
              <a:gd name="T23" fmla="*/ 532 h 1240"/>
              <a:gd name="T24" fmla="*/ 131 w 1235"/>
              <a:gd name="T25" fmla="*/ 853 h 1240"/>
              <a:gd name="T26" fmla="*/ 132 w 1235"/>
              <a:gd name="T27" fmla="*/ 855 h 1240"/>
              <a:gd name="T28" fmla="*/ 222 w 1235"/>
              <a:gd name="T29" fmla="*/ 1000 h 1240"/>
              <a:gd name="T30" fmla="*/ 225 w 1235"/>
              <a:gd name="T31" fmla="*/ 1006 h 1240"/>
              <a:gd name="T32" fmla="*/ 229 w 1235"/>
              <a:gd name="T33" fmla="*/ 1013 h 1240"/>
              <a:gd name="T34" fmla="*/ 382 w 1235"/>
              <a:gd name="T35" fmla="*/ 1174 h 1240"/>
              <a:gd name="T36" fmla="*/ 627 w 1235"/>
              <a:gd name="T37" fmla="*/ 1240 h 1240"/>
              <a:gd name="T38" fmla="*/ 781 w 1235"/>
              <a:gd name="T39" fmla="*/ 1210 h 1240"/>
              <a:gd name="T40" fmla="*/ 913 w 1235"/>
              <a:gd name="T41" fmla="*/ 1127 h 1240"/>
              <a:gd name="T42" fmla="*/ 937 w 1235"/>
              <a:gd name="T43" fmla="*/ 1109 h 1240"/>
              <a:gd name="T44" fmla="*/ 958 w 1235"/>
              <a:gd name="T45" fmla="*/ 1101 h 1240"/>
              <a:gd name="T46" fmla="*/ 1128 w 1235"/>
              <a:gd name="T47" fmla="*/ 1002 h 1240"/>
              <a:gd name="T48" fmla="*/ 1234 w 1235"/>
              <a:gd name="T49" fmla="*/ 745 h 1240"/>
              <a:gd name="T50" fmla="*/ 1212 w 1235"/>
              <a:gd name="T51" fmla="*/ 579 h 1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235" h="1240">
                <a:moveTo>
                  <a:pt x="1212" y="579"/>
                </a:moveTo>
                <a:cubicBezTo>
                  <a:pt x="1165" y="376"/>
                  <a:pt x="1165" y="376"/>
                  <a:pt x="1165" y="376"/>
                </a:cubicBezTo>
                <a:cubicBezTo>
                  <a:pt x="1153" y="325"/>
                  <a:pt x="1135" y="248"/>
                  <a:pt x="1078" y="175"/>
                </a:cubicBezTo>
                <a:cubicBezTo>
                  <a:pt x="974" y="41"/>
                  <a:pt x="814" y="19"/>
                  <a:pt x="737" y="8"/>
                </a:cubicBezTo>
                <a:cubicBezTo>
                  <a:pt x="709" y="4"/>
                  <a:pt x="679" y="0"/>
                  <a:pt x="646" y="0"/>
                </a:cubicBezTo>
                <a:cubicBezTo>
                  <a:pt x="578" y="0"/>
                  <a:pt x="519" y="15"/>
                  <a:pt x="465" y="45"/>
                </a:cubicBezTo>
                <a:cubicBezTo>
                  <a:pt x="396" y="84"/>
                  <a:pt x="355" y="139"/>
                  <a:pt x="331" y="172"/>
                </a:cubicBezTo>
                <a:cubicBezTo>
                  <a:pt x="330" y="174"/>
                  <a:pt x="330" y="174"/>
                  <a:pt x="330" y="174"/>
                </a:cubicBezTo>
                <a:cubicBezTo>
                  <a:pt x="328" y="176"/>
                  <a:pt x="327" y="178"/>
                  <a:pt x="325" y="180"/>
                </a:cubicBezTo>
                <a:cubicBezTo>
                  <a:pt x="295" y="220"/>
                  <a:pt x="260" y="254"/>
                  <a:pt x="220" y="283"/>
                </a:cubicBezTo>
                <a:cubicBezTo>
                  <a:pt x="217" y="284"/>
                  <a:pt x="215" y="286"/>
                  <a:pt x="212" y="288"/>
                </a:cubicBezTo>
                <a:cubicBezTo>
                  <a:pt x="162" y="323"/>
                  <a:pt x="57" y="396"/>
                  <a:pt x="30" y="532"/>
                </a:cubicBezTo>
                <a:cubicBezTo>
                  <a:pt x="0" y="685"/>
                  <a:pt x="88" y="799"/>
                  <a:pt x="131" y="853"/>
                </a:cubicBezTo>
                <a:cubicBezTo>
                  <a:pt x="132" y="855"/>
                  <a:pt x="132" y="855"/>
                  <a:pt x="132" y="855"/>
                </a:cubicBezTo>
                <a:cubicBezTo>
                  <a:pt x="167" y="900"/>
                  <a:pt x="197" y="949"/>
                  <a:pt x="222" y="1000"/>
                </a:cubicBezTo>
                <a:cubicBezTo>
                  <a:pt x="225" y="1006"/>
                  <a:pt x="225" y="1006"/>
                  <a:pt x="225" y="1006"/>
                </a:cubicBezTo>
                <a:cubicBezTo>
                  <a:pt x="229" y="1013"/>
                  <a:pt x="229" y="1013"/>
                  <a:pt x="229" y="1013"/>
                </a:cubicBezTo>
                <a:cubicBezTo>
                  <a:pt x="259" y="1065"/>
                  <a:pt x="309" y="1135"/>
                  <a:pt x="382" y="1174"/>
                </a:cubicBezTo>
                <a:cubicBezTo>
                  <a:pt x="462" y="1217"/>
                  <a:pt x="547" y="1240"/>
                  <a:pt x="627" y="1240"/>
                </a:cubicBezTo>
                <a:cubicBezTo>
                  <a:pt x="681" y="1240"/>
                  <a:pt x="733" y="1230"/>
                  <a:pt x="781" y="1210"/>
                </a:cubicBezTo>
                <a:cubicBezTo>
                  <a:pt x="840" y="1186"/>
                  <a:pt x="882" y="1152"/>
                  <a:pt x="913" y="1127"/>
                </a:cubicBezTo>
                <a:cubicBezTo>
                  <a:pt x="918" y="1123"/>
                  <a:pt x="932" y="1112"/>
                  <a:pt x="937" y="1109"/>
                </a:cubicBezTo>
                <a:cubicBezTo>
                  <a:pt x="941" y="1107"/>
                  <a:pt x="953" y="1103"/>
                  <a:pt x="958" y="1101"/>
                </a:cubicBezTo>
                <a:cubicBezTo>
                  <a:pt x="999" y="1087"/>
                  <a:pt x="1069" y="1062"/>
                  <a:pt x="1128" y="1002"/>
                </a:cubicBezTo>
                <a:cubicBezTo>
                  <a:pt x="1194" y="937"/>
                  <a:pt x="1231" y="845"/>
                  <a:pt x="1234" y="745"/>
                </a:cubicBezTo>
                <a:cubicBezTo>
                  <a:pt x="1235" y="679"/>
                  <a:pt x="1222" y="624"/>
                  <a:pt x="1212" y="579"/>
                </a:cubicBezTo>
                <a:close/>
              </a:path>
            </a:pathLst>
          </a:custGeom>
          <a:gradFill>
            <a:gsLst>
              <a:gs pos="13000">
                <a:srgbClr val="FF5038"/>
              </a:gs>
              <a:gs pos="100000">
                <a:srgbClr val="EE880E"/>
              </a:gs>
            </a:gsLst>
            <a:lin ang="13800000" scaled="0"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350" b="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</a:endParaRPr>
          </a:p>
        </p:txBody>
      </p:sp>
      <p:sp>
        <p:nvSpPr>
          <p:cNvPr id="7" name="TextBox 25">
            <a:extLst>
              <a:ext uri="{FF2B5EF4-FFF2-40B4-BE49-F238E27FC236}">
                <a16:creationId xmlns:a16="http://schemas.microsoft.com/office/drawing/2014/main" id="{5FAA2AFE-7FC1-CBC4-8710-6541C4896962}"/>
              </a:ext>
            </a:extLst>
          </p:cNvPr>
          <p:cNvSpPr txBox="1"/>
          <p:nvPr/>
        </p:nvSpPr>
        <p:spPr>
          <a:xfrm>
            <a:off x="1523767" y="2786269"/>
            <a:ext cx="3350154" cy="4154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100" b="1" dirty="0">
                <a:solidFill>
                  <a:schemeClr val="accent1"/>
                </a:solidFill>
                <a:latin typeface="+mj-lt"/>
              </a:rPr>
              <a:t>JWT para </a:t>
            </a:r>
            <a:r>
              <a:rPr lang="en-US" sz="2100" b="1" dirty="0" err="1">
                <a:solidFill>
                  <a:schemeClr val="accent1"/>
                </a:solidFill>
                <a:latin typeface="+mj-lt"/>
              </a:rPr>
              <a:t>administradores</a:t>
            </a:r>
            <a:endParaRPr lang="en-US" sz="21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8" name="TextBox 28">
            <a:extLst>
              <a:ext uri="{FF2B5EF4-FFF2-40B4-BE49-F238E27FC236}">
                <a16:creationId xmlns:a16="http://schemas.microsoft.com/office/drawing/2014/main" id="{03E38036-314C-6921-184E-6B5B50718072}"/>
              </a:ext>
            </a:extLst>
          </p:cNvPr>
          <p:cNvSpPr txBox="1"/>
          <p:nvPr/>
        </p:nvSpPr>
        <p:spPr>
          <a:xfrm>
            <a:off x="1523766" y="3152106"/>
            <a:ext cx="3879196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000" dirty="0"/>
              <a:t>Permite que los administradores accedan al sistema de forma segura sin tener que iniciar sesión en cada acción. </a:t>
            </a:r>
          </a:p>
          <a:p>
            <a:pPr>
              <a:lnSpc>
                <a:spcPct val="150000"/>
              </a:lnSpc>
            </a:pPr>
            <a:endParaRPr lang="es-ES" sz="1000" dirty="0"/>
          </a:p>
          <a:p>
            <a:r>
              <a:rPr lang="es-ES" sz="1000" dirty="0"/>
              <a:t>Expiración: </a:t>
            </a:r>
            <a:r>
              <a:rPr lang="es-ES" sz="1000" b="1" dirty="0"/>
              <a:t>8 horas</a:t>
            </a:r>
            <a:r>
              <a:rPr lang="es-ES" sz="1000" dirty="0"/>
              <a:t>. Balance entre seguridad y usabilidad.</a:t>
            </a:r>
          </a:p>
          <a:p>
            <a:br>
              <a:rPr lang="es-ES" sz="1000" dirty="0"/>
            </a:br>
            <a:endParaRPr lang="en-US" sz="1000" dirty="0"/>
          </a:p>
        </p:txBody>
      </p:sp>
      <p:sp>
        <p:nvSpPr>
          <p:cNvPr id="9" name="TextBox 28">
            <a:extLst>
              <a:ext uri="{FF2B5EF4-FFF2-40B4-BE49-F238E27FC236}">
                <a16:creationId xmlns:a16="http://schemas.microsoft.com/office/drawing/2014/main" id="{F5D9ACB2-FF58-6096-6AFC-5519D82C2307}"/>
              </a:ext>
            </a:extLst>
          </p:cNvPr>
          <p:cNvSpPr txBox="1"/>
          <p:nvPr/>
        </p:nvSpPr>
        <p:spPr>
          <a:xfrm>
            <a:off x="1523767" y="4566068"/>
            <a:ext cx="3879196" cy="985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000" dirty="0"/>
              <a:t>Cada candidato recibe un enlace personal e intransferible para acceder a su formulario.</a:t>
            </a:r>
          </a:p>
          <a:p>
            <a:pPr>
              <a:lnSpc>
                <a:spcPct val="150000"/>
              </a:lnSpc>
            </a:pPr>
            <a:r>
              <a:rPr lang="es-ES" sz="1000" dirty="0"/>
              <a:t>Expiración: </a:t>
            </a:r>
            <a:r>
              <a:rPr lang="es-ES" sz="1000" b="1" dirty="0"/>
              <a:t>30 días</a:t>
            </a:r>
            <a:r>
              <a:rPr lang="es-ES" sz="1000" dirty="0"/>
              <a:t>. Un solo uso (</a:t>
            </a:r>
            <a:r>
              <a:rPr lang="es-ES" sz="1000" dirty="0" err="1"/>
              <a:t>is_used</a:t>
            </a:r>
            <a:r>
              <a:rPr lang="es-ES" sz="1000" dirty="0"/>
              <a:t> = true tras consumirse). Registro de intentos.</a:t>
            </a:r>
            <a:endParaRPr lang="en-US" sz="1000" dirty="0"/>
          </a:p>
        </p:txBody>
      </p:sp>
      <p:sp>
        <p:nvSpPr>
          <p:cNvPr id="10" name="TextBox 28">
            <a:extLst>
              <a:ext uri="{FF2B5EF4-FFF2-40B4-BE49-F238E27FC236}">
                <a16:creationId xmlns:a16="http://schemas.microsoft.com/office/drawing/2014/main" id="{7D855246-E3BA-B9E3-391E-011C66030DA8}"/>
              </a:ext>
            </a:extLst>
          </p:cNvPr>
          <p:cNvSpPr txBox="1"/>
          <p:nvPr/>
        </p:nvSpPr>
        <p:spPr>
          <a:xfrm>
            <a:off x="1591797" y="5943948"/>
            <a:ext cx="3879196" cy="523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000" dirty="0"/>
              <a:t>Las contraseñas se almacenan protegidas para evitar accesos no autorizados.</a:t>
            </a:r>
            <a:endParaRPr lang="en-US" sz="1000" dirty="0"/>
          </a:p>
        </p:txBody>
      </p:sp>
      <p:sp>
        <p:nvSpPr>
          <p:cNvPr id="2" name="TextBox 25">
            <a:extLst>
              <a:ext uri="{FF2B5EF4-FFF2-40B4-BE49-F238E27FC236}">
                <a16:creationId xmlns:a16="http://schemas.microsoft.com/office/drawing/2014/main" id="{E0890A42-563C-2877-B655-B7031F5431CA}"/>
              </a:ext>
            </a:extLst>
          </p:cNvPr>
          <p:cNvSpPr txBox="1"/>
          <p:nvPr/>
        </p:nvSpPr>
        <p:spPr>
          <a:xfrm>
            <a:off x="1523767" y="4150570"/>
            <a:ext cx="3879195" cy="4154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100" b="1" dirty="0">
                <a:solidFill>
                  <a:schemeClr val="accent1"/>
                </a:solidFill>
                <a:latin typeface="+mj-lt"/>
              </a:rPr>
              <a:t>Tokens </a:t>
            </a:r>
            <a:r>
              <a:rPr lang="en-US" sz="2100" b="1" dirty="0" err="1">
                <a:solidFill>
                  <a:schemeClr val="accent1"/>
                </a:solidFill>
                <a:latin typeface="+mj-lt"/>
              </a:rPr>
              <a:t>unicos</a:t>
            </a:r>
            <a:r>
              <a:rPr lang="en-US" sz="2100" b="1" dirty="0">
                <a:solidFill>
                  <a:schemeClr val="accent1"/>
                </a:solidFill>
                <a:latin typeface="+mj-lt"/>
              </a:rPr>
              <a:t> para </a:t>
            </a:r>
            <a:r>
              <a:rPr lang="en-US" sz="2100" b="1" dirty="0" err="1">
                <a:solidFill>
                  <a:schemeClr val="accent1"/>
                </a:solidFill>
                <a:latin typeface="+mj-lt"/>
              </a:rPr>
              <a:t>candidatos</a:t>
            </a:r>
            <a:endParaRPr lang="en-US" sz="21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1" name="TextBox 25">
            <a:extLst>
              <a:ext uri="{FF2B5EF4-FFF2-40B4-BE49-F238E27FC236}">
                <a16:creationId xmlns:a16="http://schemas.microsoft.com/office/drawing/2014/main" id="{3652E019-A968-5E73-5C61-971C79E689AD}"/>
              </a:ext>
            </a:extLst>
          </p:cNvPr>
          <p:cNvSpPr txBox="1"/>
          <p:nvPr/>
        </p:nvSpPr>
        <p:spPr>
          <a:xfrm>
            <a:off x="1459501" y="5564743"/>
            <a:ext cx="4143787" cy="4154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100" b="1" dirty="0" err="1">
                <a:solidFill>
                  <a:schemeClr val="accent1"/>
                </a:solidFill>
                <a:latin typeface="+mj-lt"/>
              </a:rPr>
              <a:t>Contraseñas</a:t>
            </a:r>
            <a:r>
              <a:rPr lang="en-US" sz="2100" b="1" dirty="0">
                <a:solidFill>
                  <a:schemeClr val="accent1"/>
                </a:solidFill>
                <a:latin typeface="+mj-lt"/>
              </a:rPr>
              <a:t> </a:t>
            </a:r>
            <a:r>
              <a:rPr lang="en-US" sz="2100" b="1" dirty="0" err="1">
                <a:solidFill>
                  <a:schemeClr val="accent1"/>
                </a:solidFill>
                <a:latin typeface="+mj-lt"/>
              </a:rPr>
              <a:t>encriptadas</a:t>
            </a:r>
            <a:r>
              <a:rPr lang="en-US" sz="2100" b="1" dirty="0">
                <a:solidFill>
                  <a:schemeClr val="accent1"/>
                </a:solidFill>
                <a:latin typeface="+mj-lt"/>
              </a:rPr>
              <a:t>(</a:t>
            </a:r>
            <a:r>
              <a:rPr lang="en-US" sz="2100" b="1" dirty="0" err="1">
                <a:solidFill>
                  <a:schemeClr val="accent1"/>
                </a:solidFill>
                <a:latin typeface="+mj-lt"/>
              </a:rPr>
              <a:t>BCrypt</a:t>
            </a:r>
            <a:r>
              <a:rPr lang="en-US" sz="2100" b="1" dirty="0">
                <a:solidFill>
                  <a:schemeClr val="accent1"/>
                </a:solidFill>
                <a:latin typeface="+mj-lt"/>
              </a:rPr>
              <a:t>)</a:t>
            </a:r>
          </a:p>
        </p:txBody>
      </p:sp>
      <p:sp>
        <p:nvSpPr>
          <p:cNvPr id="12" name="TextBox 25">
            <a:extLst>
              <a:ext uri="{FF2B5EF4-FFF2-40B4-BE49-F238E27FC236}">
                <a16:creationId xmlns:a16="http://schemas.microsoft.com/office/drawing/2014/main" id="{7C034E88-12B2-767D-72E7-3E1043414919}"/>
              </a:ext>
            </a:extLst>
          </p:cNvPr>
          <p:cNvSpPr txBox="1"/>
          <p:nvPr/>
        </p:nvSpPr>
        <p:spPr>
          <a:xfrm>
            <a:off x="5826275" y="3916851"/>
            <a:ext cx="4143787" cy="4154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100" b="1" dirty="0">
                <a:solidFill>
                  <a:schemeClr val="accent1"/>
                </a:solidFill>
                <a:latin typeface="+mj-lt"/>
              </a:rPr>
              <a:t>Tokens con hash SHA-256</a:t>
            </a:r>
          </a:p>
        </p:txBody>
      </p:sp>
      <p:sp>
        <p:nvSpPr>
          <p:cNvPr id="13" name="TextBox 28">
            <a:extLst>
              <a:ext uri="{FF2B5EF4-FFF2-40B4-BE49-F238E27FC236}">
                <a16:creationId xmlns:a16="http://schemas.microsoft.com/office/drawing/2014/main" id="{E4DE37DC-C3F5-5550-CD67-06AE4F7211BB}"/>
              </a:ext>
            </a:extLst>
          </p:cNvPr>
          <p:cNvSpPr txBox="1"/>
          <p:nvPr/>
        </p:nvSpPr>
        <p:spPr>
          <a:xfrm>
            <a:off x="5826275" y="4364765"/>
            <a:ext cx="3879196" cy="523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000" dirty="0"/>
              <a:t>Los enlaces de acceso están protegidos para que no puedan ser utilizados si alguien accede a la base de datos.</a:t>
            </a:r>
            <a:endParaRPr lang="en-US" sz="1000" dirty="0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E7594DF1-153A-07A9-45F8-538B704B7BE3}"/>
              </a:ext>
            </a:extLst>
          </p:cNvPr>
          <p:cNvSpPr txBox="1">
            <a:spLocks/>
          </p:cNvSpPr>
          <p:nvPr/>
        </p:nvSpPr>
        <p:spPr>
          <a:xfrm>
            <a:off x="3028158" y="1160031"/>
            <a:ext cx="6135687" cy="261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25" kern="120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Lato Semibold"/>
                <a:ea typeface="+mn-ea"/>
                <a:cs typeface="+mn-cs"/>
              </a:rPr>
              <a:t>Sistema de onboarding RRHH</a:t>
            </a:r>
            <a:endParaRPr kumimoji="0" lang="en-ID" sz="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Lato Semibold"/>
              <a:ea typeface="+mn-ea"/>
              <a:cs typeface="+mn-cs"/>
            </a:endParaRPr>
          </a:p>
        </p:txBody>
      </p:sp>
      <p:grpSp>
        <p:nvGrpSpPr>
          <p:cNvPr id="15" name="Group 1935">
            <a:extLst>
              <a:ext uri="{FF2B5EF4-FFF2-40B4-BE49-F238E27FC236}">
                <a16:creationId xmlns:a16="http://schemas.microsoft.com/office/drawing/2014/main" id="{C72E8B05-6AF8-A402-5480-87B64575930A}"/>
              </a:ext>
            </a:extLst>
          </p:cNvPr>
          <p:cNvGrpSpPr/>
          <p:nvPr/>
        </p:nvGrpSpPr>
        <p:grpSpPr>
          <a:xfrm>
            <a:off x="7606633" y="1848400"/>
            <a:ext cx="1429107" cy="1243645"/>
            <a:chOff x="2595563" y="6061075"/>
            <a:chExt cx="382587" cy="373063"/>
          </a:xfrm>
          <a:solidFill>
            <a:schemeClr val="tx2"/>
          </a:solidFill>
        </p:grpSpPr>
        <p:sp>
          <p:nvSpPr>
            <p:cNvPr id="16" name="Freeform 852">
              <a:extLst>
                <a:ext uri="{FF2B5EF4-FFF2-40B4-BE49-F238E27FC236}">
                  <a16:creationId xmlns:a16="http://schemas.microsoft.com/office/drawing/2014/main" id="{4EFFF99A-D1EA-AC23-2EC1-696A7A137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5563" y="6061075"/>
              <a:ext cx="193675" cy="163513"/>
            </a:xfrm>
            <a:custGeom>
              <a:avLst/>
              <a:gdLst>
                <a:gd name="T0" fmla="*/ 930 w 1714"/>
                <a:gd name="T1" fmla="*/ 3 h 1438"/>
                <a:gd name="T2" fmla="*/ 1073 w 1714"/>
                <a:gd name="T3" fmla="*/ 27 h 1438"/>
                <a:gd name="T4" fmla="*/ 1205 w 1714"/>
                <a:gd name="T5" fmla="*/ 74 h 1438"/>
                <a:gd name="T6" fmla="*/ 1327 w 1714"/>
                <a:gd name="T7" fmla="*/ 141 h 1438"/>
                <a:gd name="T8" fmla="*/ 1437 w 1714"/>
                <a:gd name="T9" fmla="*/ 227 h 1438"/>
                <a:gd name="T10" fmla="*/ 1531 w 1714"/>
                <a:gd name="T11" fmla="*/ 329 h 1438"/>
                <a:gd name="T12" fmla="*/ 1607 w 1714"/>
                <a:gd name="T13" fmla="*/ 445 h 1438"/>
                <a:gd name="T14" fmla="*/ 1665 w 1714"/>
                <a:gd name="T15" fmla="*/ 573 h 1438"/>
                <a:gd name="T16" fmla="*/ 1700 w 1714"/>
                <a:gd name="T17" fmla="*/ 711 h 1438"/>
                <a:gd name="T18" fmla="*/ 1714 w 1714"/>
                <a:gd name="T19" fmla="*/ 858 h 1438"/>
                <a:gd name="T20" fmla="*/ 1290 w 1714"/>
                <a:gd name="T21" fmla="*/ 1302 h 1438"/>
                <a:gd name="T22" fmla="*/ 1287 w 1714"/>
                <a:gd name="T23" fmla="*/ 808 h 1438"/>
                <a:gd name="T24" fmla="*/ 1265 w 1714"/>
                <a:gd name="T25" fmla="*/ 710 h 1438"/>
                <a:gd name="T26" fmla="*/ 1223 w 1714"/>
                <a:gd name="T27" fmla="*/ 624 h 1438"/>
                <a:gd name="T28" fmla="*/ 1164 w 1714"/>
                <a:gd name="T29" fmla="*/ 548 h 1438"/>
                <a:gd name="T30" fmla="*/ 1090 w 1714"/>
                <a:gd name="T31" fmla="*/ 489 h 1438"/>
                <a:gd name="T32" fmla="*/ 1004 w 1714"/>
                <a:gd name="T33" fmla="*/ 446 h 1438"/>
                <a:gd name="T34" fmla="*/ 909 w 1714"/>
                <a:gd name="T35" fmla="*/ 423 h 1438"/>
                <a:gd name="T36" fmla="*/ 809 w 1714"/>
                <a:gd name="T37" fmla="*/ 423 h 1438"/>
                <a:gd name="T38" fmla="*/ 713 w 1714"/>
                <a:gd name="T39" fmla="*/ 446 h 1438"/>
                <a:gd name="T40" fmla="*/ 626 w 1714"/>
                <a:gd name="T41" fmla="*/ 489 h 1438"/>
                <a:gd name="T42" fmla="*/ 551 w 1714"/>
                <a:gd name="T43" fmla="*/ 548 h 1438"/>
                <a:gd name="T44" fmla="*/ 491 w 1714"/>
                <a:gd name="T45" fmla="*/ 624 h 1438"/>
                <a:gd name="T46" fmla="*/ 448 w 1714"/>
                <a:gd name="T47" fmla="*/ 710 h 1438"/>
                <a:gd name="T48" fmla="*/ 425 w 1714"/>
                <a:gd name="T49" fmla="*/ 808 h 1438"/>
                <a:gd name="T50" fmla="*/ 423 w 1714"/>
                <a:gd name="T51" fmla="*/ 1438 h 1438"/>
                <a:gd name="T52" fmla="*/ 0 w 1714"/>
                <a:gd name="T53" fmla="*/ 858 h 1438"/>
                <a:gd name="T54" fmla="*/ 12 w 1714"/>
                <a:gd name="T55" fmla="*/ 712 h 1438"/>
                <a:gd name="T56" fmla="*/ 48 w 1714"/>
                <a:gd name="T57" fmla="*/ 574 h 1438"/>
                <a:gd name="T58" fmla="*/ 105 w 1714"/>
                <a:gd name="T59" fmla="*/ 446 h 1438"/>
                <a:gd name="T60" fmla="*/ 182 w 1714"/>
                <a:gd name="T61" fmla="*/ 330 h 1438"/>
                <a:gd name="T62" fmla="*/ 276 w 1714"/>
                <a:gd name="T63" fmla="*/ 228 h 1438"/>
                <a:gd name="T64" fmla="*/ 384 w 1714"/>
                <a:gd name="T65" fmla="*/ 141 h 1438"/>
                <a:gd name="T66" fmla="*/ 507 w 1714"/>
                <a:gd name="T67" fmla="*/ 75 h 1438"/>
                <a:gd name="T68" fmla="*/ 640 w 1714"/>
                <a:gd name="T69" fmla="*/ 28 h 1438"/>
                <a:gd name="T70" fmla="*/ 782 w 1714"/>
                <a:gd name="T71" fmla="*/ 3 h 1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714" h="1438">
                  <a:moveTo>
                    <a:pt x="857" y="0"/>
                  </a:moveTo>
                  <a:lnTo>
                    <a:pt x="930" y="3"/>
                  </a:lnTo>
                  <a:lnTo>
                    <a:pt x="1002" y="12"/>
                  </a:lnTo>
                  <a:lnTo>
                    <a:pt x="1073" y="27"/>
                  </a:lnTo>
                  <a:lnTo>
                    <a:pt x="1140" y="48"/>
                  </a:lnTo>
                  <a:lnTo>
                    <a:pt x="1205" y="74"/>
                  </a:lnTo>
                  <a:lnTo>
                    <a:pt x="1268" y="106"/>
                  </a:lnTo>
                  <a:lnTo>
                    <a:pt x="1327" y="141"/>
                  </a:lnTo>
                  <a:lnTo>
                    <a:pt x="1383" y="181"/>
                  </a:lnTo>
                  <a:lnTo>
                    <a:pt x="1437" y="227"/>
                  </a:lnTo>
                  <a:lnTo>
                    <a:pt x="1486" y="276"/>
                  </a:lnTo>
                  <a:lnTo>
                    <a:pt x="1531" y="329"/>
                  </a:lnTo>
                  <a:lnTo>
                    <a:pt x="1571" y="385"/>
                  </a:lnTo>
                  <a:lnTo>
                    <a:pt x="1607" y="445"/>
                  </a:lnTo>
                  <a:lnTo>
                    <a:pt x="1639" y="507"/>
                  </a:lnTo>
                  <a:lnTo>
                    <a:pt x="1665" y="573"/>
                  </a:lnTo>
                  <a:lnTo>
                    <a:pt x="1686" y="642"/>
                  </a:lnTo>
                  <a:lnTo>
                    <a:pt x="1700" y="711"/>
                  </a:lnTo>
                  <a:lnTo>
                    <a:pt x="1709" y="784"/>
                  </a:lnTo>
                  <a:lnTo>
                    <a:pt x="1714" y="858"/>
                  </a:lnTo>
                  <a:lnTo>
                    <a:pt x="1714" y="1302"/>
                  </a:lnTo>
                  <a:lnTo>
                    <a:pt x="1290" y="1302"/>
                  </a:lnTo>
                  <a:lnTo>
                    <a:pt x="1290" y="858"/>
                  </a:lnTo>
                  <a:lnTo>
                    <a:pt x="1287" y="808"/>
                  </a:lnTo>
                  <a:lnTo>
                    <a:pt x="1279" y="757"/>
                  </a:lnTo>
                  <a:lnTo>
                    <a:pt x="1265" y="710"/>
                  </a:lnTo>
                  <a:lnTo>
                    <a:pt x="1246" y="666"/>
                  </a:lnTo>
                  <a:lnTo>
                    <a:pt x="1223" y="624"/>
                  </a:lnTo>
                  <a:lnTo>
                    <a:pt x="1195" y="584"/>
                  </a:lnTo>
                  <a:lnTo>
                    <a:pt x="1164" y="548"/>
                  </a:lnTo>
                  <a:lnTo>
                    <a:pt x="1128" y="517"/>
                  </a:lnTo>
                  <a:lnTo>
                    <a:pt x="1090" y="489"/>
                  </a:lnTo>
                  <a:lnTo>
                    <a:pt x="1048" y="465"/>
                  </a:lnTo>
                  <a:lnTo>
                    <a:pt x="1004" y="446"/>
                  </a:lnTo>
                  <a:lnTo>
                    <a:pt x="958" y="432"/>
                  </a:lnTo>
                  <a:lnTo>
                    <a:pt x="909" y="423"/>
                  </a:lnTo>
                  <a:lnTo>
                    <a:pt x="859" y="420"/>
                  </a:lnTo>
                  <a:lnTo>
                    <a:pt x="809" y="423"/>
                  </a:lnTo>
                  <a:lnTo>
                    <a:pt x="760" y="432"/>
                  </a:lnTo>
                  <a:lnTo>
                    <a:pt x="713" y="446"/>
                  </a:lnTo>
                  <a:lnTo>
                    <a:pt x="668" y="465"/>
                  </a:lnTo>
                  <a:lnTo>
                    <a:pt x="626" y="489"/>
                  </a:lnTo>
                  <a:lnTo>
                    <a:pt x="586" y="517"/>
                  </a:lnTo>
                  <a:lnTo>
                    <a:pt x="551" y="548"/>
                  </a:lnTo>
                  <a:lnTo>
                    <a:pt x="518" y="584"/>
                  </a:lnTo>
                  <a:lnTo>
                    <a:pt x="491" y="624"/>
                  </a:lnTo>
                  <a:lnTo>
                    <a:pt x="467" y="666"/>
                  </a:lnTo>
                  <a:lnTo>
                    <a:pt x="448" y="710"/>
                  </a:lnTo>
                  <a:lnTo>
                    <a:pt x="435" y="757"/>
                  </a:lnTo>
                  <a:lnTo>
                    <a:pt x="425" y="808"/>
                  </a:lnTo>
                  <a:lnTo>
                    <a:pt x="423" y="858"/>
                  </a:lnTo>
                  <a:lnTo>
                    <a:pt x="423" y="1438"/>
                  </a:lnTo>
                  <a:lnTo>
                    <a:pt x="0" y="1438"/>
                  </a:lnTo>
                  <a:lnTo>
                    <a:pt x="0" y="858"/>
                  </a:lnTo>
                  <a:lnTo>
                    <a:pt x="3" y="784"/>
                  </a:lnTo>
                  <a:lnTo>
                    <a:pt x="12" y="712"/>
                  </a:lnTo>
                  <a:lnTo>
                    <a:pt x="28" y="643"/>
                  </a:lnTo>
                  <a:lnTo>
                    <a:pt x="48" y="574"/>
                  </a:lnTo>
                  <a:lnTo>
                    <a:pt x="75" y="508"/>
                  </a:lnTo>
                  <a:lnTo>
                    <a:pt x="105" y="446"/>
                  </a:lnTo>
                  <a:lnTo>
                    <a:pt x="141" y="386"/>
                  </a:lnTo>
                  <a:lnTo>
                    <a:pt x="182" y="330"/>
                  </a:lnTo>
                  <a:lnTo>
                    <a:pt x="227" y="277"/>
                  </a:lnTo>
                  <a:lnTo>
                    <a:pt x="276" y="228"/>
                  </a:lnTo>
                  <a:lnTo>
                    <a:pt x="328" y="182"/>
                  </a:lnTo>
                  <a:lnTo>
                    <a:pt x="384" y="141"/>
                  </a:lnTo>
                  <a:lnTo>
                    <a:pt x="444" y="106"/>
                  </a:lnTo>
                  <a:lnTo>
                    <a:pt x="507" y="75"/>
                  </a:lnTo>
                  <a:lnTo>
                    <a:pt x="573" y="48"/>
                  </a:lnTo>
                  <a:lnTo>
                    <a:pt x="640" y="28"/>
                  </a:lnTo>
                  <a:lnTo>
                    <a:pt x="711" y="12"/>
                  </a:lnTo>
                  <a:lnTo>
                    <a:pt x="782" y="3"/>
                  </a:lnTo>
                  <a:lnTo>
                    <a:pt x="85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853">
              <a:extLst>
                <a:ext uri="{FF2B5EF4-FFF2-40B4-BE49-F238E27FC236}">
                  <a16:creationId xmlns:a16="http://schemas.microsoft.com/office/drawing/2014/main" id="{C6DB8DB2-078C-6FF1-CEE8-5E489F8632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05100" y="6224588"/>
              <a:ext cx="273050" cy="209550"/>
            </a:xfrm>
            <a:custGeom>
              <a:avLst/>
              <a:gdLst>
                <a:gd name="T0" fmla="*/ 1172 w 2410"/>
                <a:gd name="T1" fmla="*/ 515 h 1857"/>
                <a:gd name="T2" fmla="*/ 1104 w 2410"/>
                <a:gd name="T3" fmla="*/ 538 h 1857"/>
                <a:gd name="T4" fmla="*/ 1047 w 2410"/>
                <a:gd name="T5" fmla="*/ 579 h 1857"/>
                <a:gd name="T6" fmla="*/ 1006 w 2410"/>
                <a:gd name="T7" fmla="*/ 635 h 1857"/>
                <a:gd name="T8" fmla="*/ 984 w 2410"/>
                <a:gd name="T9" fmla="*/ 704 h 1857"/>
                <a:gd name="T10" fmla="*/ 984 w 2410"/>
                <a:gd name="T11" fmla="*/ 776 h 1857"/>
                <a:gd name="T12" fmla="*/ 1003 w 2410"/>
                <a:gd name="T13" fmla="*/ 840 h 1857"/>
                <a:gd name="T14" fmla="*/ 1039 w 2410"/>
                <a:gd name="T15" fmla="*/ 895 h 1857"/>
                <a:gd name="T16" fmla="*/ 1090 w 2410"/>
                <a:gd name="T17" fmla="*/ 937 h 1857"/>
                <a:gd name="T18" fmla="*/ 1396 w 2410"/>
                <a:gd name="T19" fmla="*/ 1341 h 1857"/>
                <a:gd name="T20" fmla="*/ 1354 w 2410"/>
                <a:gd name="T21" fmla="*/ 917 h 1857"/>
                <a:gd name="T22" fmla="*/ 1397 w 2410"/>
                <a:gd name="T23" fmla="*/ 869 h 1857"/>
                <a:gd name="T24" fmla="*/ 1426 w 2410"/>
                <a:gd name="T25" fmla="*/ 808 h 1857"/>
                <a:gd name="T26" fmla="*/ 1437 w 2410"/>
                <a:gd name="T27" fmla="*/ 741 h 1857"/>
                <a:gd name="T28" fmla="*/ 1425 w 2410"/>
                <a:gd name="T29" fmla="*/ 668 h 1857"/>
                <a:gd name="T30" fmla="*/ 1393 w 2410"/>
                <a:gd name="T31" fmla="*/ 606 h 1857"/>
                <a:gd name="T32" fmla="*/ 1344 w 2410"/>
                <a:gd name="T33" fmla="*/ 556 h 1857"/>
                <a:gd name="T34" fmla="*/ 1281 w 2410"/>
                <a:gd name="T35" fmla="*/ 524 h 1857"/>
                <a:gd name="T36" fmla="*/ 1209 w 2410"/>
                <a:gd name="T37" fmla="*/ 512 h 1857"/>
                <a:gd name="T38" fmla="*/ 2178 w 2410"/>
                <a:gd name="T39" fmla="*/ 0 h 1857"/>
                <a:gd name="T40" fmla="*/ 2250 w 2410"/>
                <a:gd name="T41" fmla="*/ 12 h 1857"/>
                <a:gd name="T42" fmla="*/ 2315 w 2410"/>
                <a:gd name="T43" fmla="*/ 45 h 1857"/>
                <a:gd name="T44" fmla="*/ 2365 w 2410"/>
                <a:gd name="T45" fmla="*/ 95 h 1857"/>
                <a:gd name="T46" fmla="*/ 2399 w 2410"/>
                <a:gd name="T47" fmla="*/ 160 h 1857"/>
                <a:gd name="T48" fmla="*/ 2410 w 2410"/>
                <a:gd name="T49" fmla="*/ 233 h 1857"/>
                <a:gd name="T50" fmla="*/ 2407 w 2410"/>
                <a:gd name="T51" fmla="*/ 1661 h 1857"/>
                <a:gd name="T52" fmla="*/ 2384 w 2410"/>
                <a:gd name="T53" fmla="*/ 1730 h 1857"/>
                <a:gd name="T54" fmla="*/ 2342 w 2410"/>
                <a:gd name="T55" fmla="*/ 1788 h 1857"/>
                <a:gd name="T56" fmla="*/ 2284 w 2410"/>
                <a:gd name="T57" fmla="*/ 1830 h 1857"/>
                <a:gd name="T58" fmla="*/ 2216 w 2410"/>
                <a:gd name="T59" fmla="*/ 1854 h 1857"/>
                <a:gd name="T60" fmla="*/ 233 w 2410"/>
                <a:gd name="T61" fmla="*/ 1857 h 1857"/>
                <a:gd name="T62" fmla="*/ 160 w 2410"/>
                <a:gd name="T63" fmla="*/ 1845 h 1857"/>
                <a:gd name="T64" fmla="*/ 96 w 2410"/>
                <a:gd name="T65" fmla="*/ 1812 h 1857"/>
                <a:gd name="T66" fmla="*/ 45 w 2410"/>
                <a:gd name="T67" fmla="*/ 1761 h 1857"/>
                <a:gd name="T68" fmla="*/ 12 w 2410"/>
                <a:gd name="T69" fmla="*/ 1697 h 1857"/>
                <a:gd name="T70" fmla="*/ 0 w 2410"/>
                <a:gd name="T71" fmla="*/ 1623 h 1857"/>
                <a:gd name="T72" fmla="*/ 3 w 2410"/>
                <a:gd name="T73" fmla="*/ 196 h 1857"/>
                <a:gd name="T74" fmla="*/ 27 w 2410"/>
                <a:gd name="T75" fmla="*/ 126 h 1857"/>
                <a:gd name="T76" fmla="*/ 69 w 2410"/>
                <a:gd name="T77" fmla="*/ 69 h 1857"/>
                <a:gd name="T78" fmla="*/ 126 w 2410"/>
                <a:gd name="T79" fmla="*/ 26 h 1857"/>
                <a:gd name="T80" fmla="*/ 195 w 2410"/>
                <a:gd name="T81" fmla="*/ 3 h 1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10" h="1857">
                  <a:moveTo>
                    <a:pt x="1209" y="512"/>
                  </a:moveTo>
                  <a:lnTo>
                    <a:pt x="1172" y="515"/>
                  </a:lnTo>
                  <a:lnTo>
                    <a:pt x="1137" y="524"/>
                  </a:lnTo>
                  <a:lnTo>
                    <a:pt x="1104" y="538"/>
                  </a:lnTo>
                  <a:lnTo>
                    <a:pt x="1074" y="556"/>
                  </a:lnTo>
                  <a:lnTo>
                    <a:pt x="1047" y="579"/>
                  </a:lnTo>
                  <a:lnTo>
                    <a:pt x="1025" y="606"/>
                  </a:lnTo>
                  <a:lnTo>
                    <a:pt x="1006" y="635"/>
                  </a:lnTo>
                  <a:lnTo>
                    <a:pt x="993" y="668"/>
                  </a:lnTo>
                  <a:lnTo>
                    <a:pt x="984" y="704"/>
                  </a:lnTo>
                  <a:lnTo>
                    <a:pt x="981" y="741"/>
                  </a:lnTo>
                  <a:lnTo>
                    <a:pt x="984" y="776"/>
                  </a:lnTo>
                  <a:lnTo>
                    <a:pt x="991" y="808"/>
                  </a:lnTo>
                  <a:lnTo>
                    <a:pt x="1003" y="840"/>
                  </a:lnTo>
                  <a:lnTo>
                    <a:pt x="1019" y="869"/>
                  </a:lnTo>
                  <a:lnTo>
                    <a:pt x="1039" y="895"/>
                  </a:lnTo>
                  <a:lnTo>
                    <a:pt x="1063" y="917"/>
                  </a:lnTo>
                  <a:lnTo>
                    <a:pt x="1090" y="937"/>
                  </a:lnTo>
                  <a:lnTo>
                    <a:pt x="1012" y="1341"/>
                  </a:lnTo>
                  <a:lnTo>
                    <a:pt x="1396" y="1341"/>
                  </a:lnTo>
                  <a:lnTo>
                    <a:pt x="1327" y="937"/>
                  </a:lnTo>
                  <a:lnTo>
                    <a:pt x="1354" y="917"/>
                  </a:lnTo>
                  <a:lnTo>
                    <a:pt x="1377" y="895"/>
                  </a:lnTo>
                  <a:lnTo>
                    <a:pt x="1397" y="869"/>
                  </a:lnTo>
                  <a:lnTo>
                    <a:pt x="1414" y="840"/>
                  </a:lnTo>
                  <a:lnTo>
                    <a:pt x="1426" y="808"/>
                  </a:lnTo>
                  <a:lnTo>
                    <a:pt x="1434" y="776"/>
                  </a:lnTo>
                  <a:lnTo>
                    <a:pt x="1437" y="741"/>
                  </a:lnTo>
                  <a:lnTo>
                    <a:pt x="1434" y="704"/>
                  </a:lnTo>
                  <a:lnTo>
                    <a:pt x="1425" y="668"/>
                  </a:lnTo>
                  <a:lnTo>
                    <a:pt x="1411" y="635"/>
                  </a:lnTo>
                  <a:lnTo>
                    <a:pt x="1393" y="606"/>
                  </a:lnTo>
                  <a:lnTo>
                    <a:pt x="1370" y="579"/>
                  </a:lnTo>
                  <a:lnTo>
                    <a:pt x="1344" y="556"/>
                  </a:lnTo>
                  <a:lnTo>
                    <a:pt x="1314" y="538"/>
                  </a:lnTo>
                  <a:lnTo>
                    <a:pt x="1281" y="524"/>
                  </a:lnTo>
                  <a:lnTo>
                    <a:pt x="1245" y="515"/>
                  </a:lnTo>
                  <a:lnTo>
                    <a:pt x="1209" y="512"/>
                  </a:lnTo>
                  <a:close/>
                  <a:moveTo>
                    <a:pt x="233" y="0"/>
                  </a:moveTo>
                  <a:lnTo>
                    <a:pt x="2178" y="0"/>
                  </a:lnTo>
                  <a:lnTo>
                    <a:pt x="2215" y="3"/>
                  </a:lnTo>
                  <a:lnTo>
                    <a:pt x="2250" y="12"/>
                  </a:lnTo>
                  <a:lnTo>
                    <a:pt x="2284" y="25"/>
                  </a:lnTo>
                  <a:lnTo>
                    <a:pt x="2315" y="45"/>
                  </a:lnTo>
                  <a:lnTo>
                    <a:pt x="2341" y="69"/>
                  </a:lnTo>
                  <a:lnTo>
                    <a:pt x="2365" y="95"/>
                  </a:lnTo>
                  <a:lnTo>
                    <a:pt x="2384" y="126"/>
                  </a:lnTo>
                  <a:lnTo>
                    <a:pt x="2399" y="160"/>
                  </a:lnTo>
                  <a:lnTo>
                    <a:pt x="2407" y="196"/>
                  </a:lnTo>
                  <a:lnTo>
                    <a:pt x="2410" y="233"/>
                  </a:lnTo>
                  <a:lnTo>
                    <a:pt x="2410" y="1623"/>
                  </a:lnTo>
                  <a:lnTo>
                    <a:pt x="2407" y="1661"/>
                  </a:lnTo>
                  <a:lnTo>
                    <a:pt x="2399" y="1697"/>
                  </a:lnTo>
                  <a:lnTo>
                    <a:pt x="2384" y="1730"/>
                  </a:lnTo>
                  <a:lnTo>
                    <a:pt x="2365" y="1760"/>
                  </a:lnTo>
                  <a:lnTo>
                    <a:pt x="2342" y="1788"/>
                  </a:lnTo>
                  <a:lnTo>
                    <a:pt x="2315" y="1812"/>
                  </a:lnTo>
                  <a:lnTo>
                    <a:pt x="2284" y="1830"/>
                  </a:lnTo>
                  <a:lnTo>
                    <a:pt x="2251" y="1845"/>
                  </a:lnTo>
                  <a:lnTo>
                    <a:pt x="2216" y="1854"/>
                  </a:lnTo>
                  <a:lnTo>
                    <a:pt x="2178" y="1857"/>
                  </a:lnTo>
                  <a:lnTo>
                    <a:pt x="233" y="1857"/>
                  </a:lnTo>
                  <a:lnTo>
                    <a:pt x="195" y="1854"/>
                  </a:lnTo>
                  <a:lnTo>
                    <a:pt x="160" y="1845"/>
                  </a:lnTo>
                  <a:lnTo>
                    <a:pt x="126" y="1830"/>
                  </a:lnTo>
                  <a:lnTo>
                    <a:pt x="96" y="1812"/>
                  </a:lnTo>
                  <a:lnTo>
                    <a:pt x="69" y="1788"/>
                  </a:lnTo>
                  <a:lnTo>
                    <a:pt x="45" y="1761"/>
                  </a:lnTo>
                  <a:lnTo>
                    <a:pt x="27" y="1731"/>
                  </a:lnTo>
                  <a:lnTo>
                    <a:pt x="12" y="1697"/>
                  </a:lnTo>
                  <a:lnTo>
                    <a:pt x="3" y="1661"/>
                  </a:lnTo>
                  <a:lnTo>
                    <a:pt x="0" y="1623"/>
                  </a:lnTo>
                  <a:lnTo>
                    <a:pt x="0" y="233"/>
                  </a:lnTo>
                  <a:lnTo>
                    <a:pt x="3" y="196"/>
                  </a:lnTo>
                  <a:lnTo>
                    <a:pt x="12" y="160"/>
                  </a:lnTo>
                  <a:lnTo>
                    <a:pt x="27" y="126"/>
                  </a:lnTo>
                  <a:lnTo>
                    <a:pt x="45" y="95"/>
                  </a:lnTo>
                  <a:lnTo>
                    <a:pt x="69" y="69"/>
                  </a:lnTo>
                  <a:lnTo>
                    <a:pt x="95" y="45"/>
                  </a:lnTo>
                  <a:lnTo>
                    <a:pt x="126" y="26"/>
                  </a:lnTo>
                  <a:lnTo>
                    <a:pt x="160" y="12"/>
                  </a:lnTo>
                  <a:lnTo>
                    <a:pt x="195" y="3"/>
                  </a:lnTo>
                  <a:lnTo>
                    <a:pt x="2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5" name="TextBox 25">
            <a:extLst>
              <a:ext uri="{FF2B5EF4-FFF2-40B4-BE49-F238E27FC236}">
                <a16:creationId xmlns:a16="http://schemas.microsoft.com/office/drawing/2014/main" id="{A92CAD3F-5B22-9B11-C492-CE2A513CA87E}"/>
              </a:ext>
            </a:extLst>
          </p:cNvPr>
          <p:cNvSpPr txBox="1"/>
          <p:nvPr/>
        </p:nvSpPr>
        <p:spPr>
          <a:xfrm>
            <a:off x="5826275" y="4968950"/>
            <a:ext cx="4143787" cy="4154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100" b="1" dirty="0">
                <a:solidFill>
                  <a:schemeClr val="accent1"/>
                </a:solidFill>
                <a:latin typeface="+mj-lt"/>
              </a:rPr>
              <a:t>Config</a:t>
            </a:r>
          </a:p>
        </p:txBody>
      </p:sp>
      <p:sp>
        <p:nvSpPr>
          <p:cNvPr id="6" name="TextBox 28">
            <a:extLst>
              <a:ext uri="{FF2B5EF4-FFF2-40B4-BE49-F238E27FC236}">
                <a16:creationId xmlns:a16="http://schemas.microsoft.com/office/drawing/2014/main" id="{B09BB0A9-03F5-13FA-58AD-8B99935AC8ED}"/>
              </a:ext>
            </a:extLst>
          </p:cNvPr>
          <p:cNvSpPr txBox="1"/>
          <p:nvPr/>
        </p:nvSpPr>
        <p:spPr>
          <a:xfrm>
            <a:off x="5826275" y="5420343"/>
            <a:ext cx="3879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 </a:t>
            </a:r>
            <a:r>
              <a:rPr lang="es-ES" sz="1000" b="1" dirty="0"/>
              <a:t>CORS configurado</a:t>
            </a:r>
            <a:r>
              <a:rPr lang="es-ES" sz="1000" dirty="0"/>
              <a:t> → solo se aceptan peticiones desde el dominio del </a:t>
            </a:r>
            <a:r>
              <a:rPr lang="es-ES" sz="1000" dirty="0" err="1"/>
              <a:t>frontend</a:t>
            </a:r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1843929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3">
            <a:extLst>
              <a:ext uri="{FF2B5EF4-FFF2-40B4-BE49-F238E27FC236}">
                <a16:creationId xmlns:a16="http://schemas.microsoft.com/office/drawing/2014/main" id="{0C561EFB-9012-D3BA-6BD6-83088202A112}"/>
              </a:ext>
            </a:extLst>
          </p:cNvPr>
          <p:cNvSpPr txBox="1">
            <a:spLocks/>
          </p:cNvSpPr>
          <p:nvPr/>
        </p:nvSpPr>
        <p:spPr>
          <a:xfrm>
            <a:off x="1623286" y="717330"/>
            <a:ext cx="6258738" cy="7676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33333">
                    <a:lumMod val="20000"/>
                    <a:lumOff val="80000"/>
                  </a:srgbClr>
                </a:solidFill>
                <a:effectLst/>
                <a:uLnTx/>
                <a:uFillTx/>
                <a:latin typeface="Lato Semibold"/>
                <a:ea typeface="+mn-ea"/>
                <a:cs typeface="+mn-cs"/>
              </a:rPr>
              <a:t>09 </a:t>
            </a:r>
            <a:r>
              <a:rPr lang="en-US" dirty="0">
                <a:solidFill>
                  <a:srgbClr val="333333"/>
                </a:solidFill>
                <a:latin typeface="Lato Black"/>
              </a:rPr>
              <a:t>GESTION DE DOCUMENTOS </a:t>
            </a:r>
            <a:endParaRPr kumimoji="0" lang="en-ID" sz="3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Lato Black"/>
              <a:ea typeface="+mn-ea"/>
              <a:cs typeface="+mn-cs"/>
            </a:endParaRPr>
          </a:p>
        </p:txBody>
      </p:sp>
      <p:sp>
        <p:nvSpPr>
          <p:cNvPr id="6" name="TextBox 134">
            <a:extLst>
              <a:ext uri="{FF2B5EF4-FFF2-40B4-BE49-F238E27FC236}">
                <a16:creationId xmlns:a16="http://schemas.microsoft.com/office/drawing/2014/main" id="{3CE18832-0CF0-D87F-6B0C-4C367AF2CD3A}"/>
              </a:ext>
            </a:extLst>
          </p:cNvPr>
          <p:cNvSpPr txBox="1"/>
          <p:nvPr/>
        </p:nvSpPr>
        <p:spPr>
          <a:xfrm>
            <a:off x="6096000" y="2672370"/>
            <a:ext cx="3377427" cy="1163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>
              <a:lnSpc>
                <a:spcPct val="150000"/>
              </a:lnSpc>
              <a:defRPr/>
            </a:pPr>
            <a:r>
              <a:rPr lang="es-ES" sz="1200" b="1" dirty="0">
                <a:solidFill>
                  <a:schemeClr val="accent1"/>
                </a:solidFill>
              </a:rPr>
              <a:t>Validación por administrador</a:t>
            </a:r>
            <a:r>
              <a:rPr lang="es-ES" sz="1200" dirty="0">
                <a:solidFill>
                  <a:schemeClr val="accent1"/>
                </a:solidFill>
              </a:rPr>
              <a:t> → </a:t>
            </a:r>
            <a:r>
              <a:rPr lang="es-ES" sz="1200" dirty="0"/>
              <a:t>Cada documento es revisado por un administrador, quien decide si cumple los requisitos o necesita correcciones.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</a:endParaRPr>
          </a:p>
        </p:txBody>
      </p:sp>
      <p:sp>
        <p:nvSpPr>
          <p:cNvPr id="7" name="TextBox 134">
            <a:extLst>
              <a:ext uri="{FF2B5EF4-FFF2-40B4-BE49-F238E27FC236}">
                <a16:creationId xmlns:a16="http://schemas.microsoft.com/office/drawing/2014/main" id="{F68FF3B1-9543-9B10-5609-8DC6D22C9D0A}"/>
              </a:ext>
            </a:extLst>
          </p:cNvPr>
          <p:cNvSpPr txBox="1"/>
          <p:nvPr/>
        </p:nvSpPr>
        <p:spPr>
          <a:xfrm>
            <a:off x="2334005" y="1601106"/>
            <a:ext cx="3264538" cy="14408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lvl="0" defTabSz="914400">
              <a:lnSpc>
                <a:spcPct val="150000"/>
              </a:lnSpc>
              <a:defRPr/>
            </a:pPr>
            <a:r>
              <a:rPr lang="es-ES" sz="1200" b="1" dirty="0">
                <a:solidFill>
                  <a:schemeClr val="accent1"/>
                </a:solidFill>
              </a:rPr>
              <a:t>Subida de archivos (máx. 20MB)</a:t>
            </a:r>
            <a:r>
              <a:rPr lang="es-ES" sz="1200" dirty="0">
                <a:solidFill>
                  <a:schemeClr val="accent1"/>
                </a:solidFill>
              </a:rPr>
              <a:t> → </a:t>
            </a:r>
            <a:r>
              <a:rPr lang="es-ES" sz="1200" dirty="0"/>
              <a:t>Los candidatos pueden subir la documentación requerida de forma sencilla, con un límite de tamaño para garantizar un buen rendimiento del sistema.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</a:endParaRPr>
          </a:p>
        </p:txBody>
      </p:sp>
      <p:sp>
        <p:nvSpPr>
          <p:cNvPr id="8" name="TextBox 134">
            <a:extLst>
              <a:ext uri="{FF2B5EF4-FFF2-40B4-BE49-F238E27FC236}">
                <a16:creationId xmlns:a16="http://schemas.microsoft.com/office/drawing/2014/main" id="{DD373477-3924-C2E4-ED96-C3C558390AB6}"/>
              </a:ext>
            </a:extLst>
          </p:cNvPr>
          <p:cNvSpPr txBox="1"/>
          <p:nvPr/>
        </p:nvSpPr>
        <p:spPr>
          <a:xfrm>
            <a:off x="2334005" y="3688148"/>
            <a:ext cx="3186901" cy="1163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>
              <a:lnSpc>
                <a:spcPct val="150000"/>
              </a:lnSpc>
              <a:defRPr/>
            </a:pPr>
            <a:r>
              <a:rPr lang="es-ES" sz="1200" b="1" dirty="0">
                <a:solidFill>
                  <a:schemeClr val="accent1"/>
                </a:solidFill>
              </a:rPr>
              <a:t>Plantillas descargables</a:t>
            </a:r>
            <a:r>
              <a:rPr lang="es-ES" sz="1200" dirty="0">
                <a:solidFill>
                  <a:schemeClr val="accent1"/>
                </a:solidFill>
              </a:rPr>
              <a:t> → </a:t>
            </a:r>
            <a:r>
              <a:rPr lang="es-ES" sz="1200" dirty="0"/>
              <a:t>El sistema permite descargar modelos de documentos que el candidato puede completar antes de subirlos, facilitando el proceso.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5038"/>
              </a:solidFill>
              <a:effectLst/>
              <a:uLnTx/>
              <a:uFillTx/>
              <a:latin typeface="Lato Black"/>
            </a:endParaRPr>
          </a:p>
        </p:txBody>
      </p:sp>
      <p:sp>
        <p:nvSpPr>
          <p:cNvPr id="9" name="TextBox 134">
            <a:extLst>
              <a:ext uri="{FF2B5EF4-FFF2-40B4-BE49-F238E27FC236}">
                <a16:creationId xmlns:a16="http://schemas.microsoft.com/office/drawing/2014/main" id="{57C27F43-77D7-8BDD-0876-78E4D4FE31BD}"/>
              </a:ext>
            </a:extLst>
          </p:cNvPr>
          <p:cNvSpPr txBox="1"/>
          <p:nvPr/>
        </p:nvSpPr>
        <p:spPr>
          <a:xfrm>
            <a:off x="6096000" y="4738948"/>
            <a:ext cx="3377427" cy="1163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>
              <a:lnSpc>
                <a:spcPct val="150000"/>
              </a:lnSpc>
              <a:defRPr/>
            </a:pPr>
            <a:r>
              <a:rPr lang="es-ES" sz="1200" b="1" dirty="0">
                <a:solidFill>
                  <a:schemeClr val="accent1"/>
                </a:solidFill>
              </a:rPr>
              <a:t>Estados: pendiente / aprobado / rechazado</a:t>
            </a:r>
            <a:r>
              <a:rPr lang="es-ES" sz="1200" dirty="0">
                <a:solidFill>
                  <a:schemeClr val="accent1"/>
                </a:solidFill>
              </a:rPr>
              <a:t> → </a:t>
            </a:r>
            <a:r>
              <a:rPr lang="es-ES" sz="1200" dirty="0"/>
              <a:t>Cada documento tiene un estado que indica si está en revisión, ha sido validado correctamente o necesita ser corregido.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5038"/>
              </a:solidFill>
              <a:effectLst/>
              <a:uLnTx/>
              <a:uFillTx/>
              <a:latin typeface="Lato Black"/>
            </a:endParaRPr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89A1DEEF-01F1-B200-0914-F77B3B2566F7}"/>
              </a:ext>
            </a:extLst>
          </p:cNvPr>
          <p:cNvSpPr>
            <a:spLocks/>
          </p:cNvSpPr>
          <p:nvPr/>
        </p:nvSpPr>
        <p:spPr bwMode="auto">
          <a:xfrm rot="5400000">
            <a:off x="-74092" y="5688239"/>
            <a:ext cx="1281111" cy="1132927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13000">
                <a:srgbClr val="FF5038"/>
              </a:gs>
              <a:gs pos="100000">
                <a:srgbClr val="EE880E"/>
              </a:gs>
            </a:gsLst>
            <a:lin ang="13800000" scaled="0"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350" b="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</a:endParaRP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8C648C93-8938-D2B0-6F67-83AD1EA83B5D}"/>
              </a:ext>
            </a:extLst>
          </p:cNvPr>
          <p:cNvSpPr txBox="1">
            <a:spLocks/>
          </p:cNvSpPr>
          <p:nvPr/>
        </p:nvSpPr>
        <p:spPr>
          <a:xfrm>
            <a:off x="-733839" y="1281103"/>
            <a:ext cx="6135687" cy="261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25" kern="120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Lato Semibold"/>
                <a:ea typeface="+mn-ea"/>
                <a:cs typeface="+mn-cs"/>
              </a:rPr>
              <a:t>Sistema de onboarding RRHH</a:t>
            </a:r>
            <a:endParaRPr kumimoji="0" lang="en-ID" sz="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Lato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1056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654E6A5-DE2C-6DFC-A389-58BDAB2F29CE}"/>
              </a:ext>
            </a:extLst>
          </p:cNvPr>
          <p:cNvSpPr txBox="1">
            <a:spLocks/>
          </p:cNvSpPr>
          <p:nvPr/>
        </p:nvSpPr>
        <p:spPr>
          <a:xfrm>
            <a:off x="62475" y="377849"/>
            <a:ext cx="5129213" cy="876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25" kern="120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4050" dirty="0">
                <a:solidFill>
                  <a:srgbClr val="333333">
                    <a:lumMod val="20000"/>
                    <a:lumOff val="80000"/>
                  </a:srgbClr>
                </a:solidFill>
                <a:latin typeface="Lato Semibold"/>
              </a:rPr>
              <a:t>10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33333">
                    <a:lumMod val="20000"/>
                    <a:lumOff val="80000"/>
                  </a:srgbClr>
                </a:solidFill>
                <a:effectLst/>
                <a:uLnTx/>
                <a:uFillTx/>
                <a:latin typeface="Lato Semibold"/>
                <a:ea typeface="+mn-ea"/>
                <a:cs typeface="+mn-cs"/>
              </a:rPr>
              <a:t> </a:t>
            </a:r>
            <a:r>
              <a:rPr lang="en-US" sz="3600" b="1" dirty="0">
                <a:solidFill>
                  <a:srgbClr val="333333"/>
                </a:solidFill>
                <a:latin typeface="Lato Black"/>
              </a:rPr>
              <a:t>NOTIFICACIONES</a:t>
            </a:r>
            <a:endParaRPr kumimoji="0" lang="en-ID" sz="3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Lato Black"/>
              <a:ea typeface="+mn-ea"/>
              <a:cs typeface="+mn-cs"/>
            </a:endParaRPr>
          </a:p>
        </p:txBody>
      </p:sp>
      <p:sp>
        <p:nvSpPr>
          <p:cNvPr id="4" name="Freeform 19">
            <a:extLst>
              <a:ext uri="{FF2B5EF4-FFF2-40B4-BE49-F238E27FC236}">
                <a16:creationId xmlns:a16="http://schemas.microsoft.com/office/drawing/2014/main" id="{F5FDBF21-95FF-4037-F75F-29400833F6DF}"/>
              </a:ext>
            </a:extLst>
          </p:cNvPr>
          <p:cNvSpPr>
            <a:spLocks/>
          </p:cNvSpPr>
          <p:nvPr/>
        </p:nvSpPr>
        <p:spPr bwMode="auto">
          <a:xfrm>
            <a:off x="8758470" y="414700"/>
            <a:ext cx="1655483" cy="1616263"/>
          </a:xfrm>
          <a:custGeom>
            <a:avLst/>
            <a:gdLst>
              <a:gd name="T0" fmla="*/ 1212 w 1235"/>
              <a:gd name="T1" fmla="*/ 579 h 1240"/>
              <a:gd name="T2" fmla="*/ 1165 w 1235"/>
              <a:gd name="T3" fmla="*/ 376 h 1240"/>
              <a:gd name="T4" fmla="*/ 1078 w 1235"/>
              <a:gd name="T5" fmla="*/ 175 h 1240"/>
              <a:gd name="T6" fmla="*/ 737 w 1235"/>
              <a:gd name="T7" fmla="*/ 8 h 1240"/>
              <a:gd name="T8" fmla="*/ 646 w 1235"/>
              <a:gd name="T9" fmla="*/ 0 h 1240"/>
              <a:gd name="T10" fmla="*/ 465 w 1235"/>
              <a:gd name="T11" fmla="*/ 45 h 1240"/>
              <a:gd name="T12" fmla="*/ 331 w 1235"/>
              <a:gd name="T13" fmla="*/ 172 h 1240"/>
              <a:gd name="T14" fmla="*/ 330 w 1235"/>
              <a:gd name="T15" fmla="*/ 174 h 1240"/>
              <a:gd name="T16" fmla="*/ 325 w 1235"/>
              <a:gd name="T17" fmla="*/ 180 h 1240"/>
              <a:gd name="T18" fmla="*/ 220 w 1235"/>
              <a:gd name="T19" fmla="*/ 283 h 1240"/>
              <a:gd name="T20" fmla="*/ 212 w 1235"/>
              <a:gd name="T21" fmla="*/ 288 h 1240"/>
              <a:gd name="T22" fmla="*/ 30 w 1235"/>
              <a:gd name="T23" fmla="*/ 532 h 1240"/>
              <a:gd name="T24" fmla="*/ 131 w 1235"/>
              <a:gd name="T25" fmla="*/ 853 h 1240"/>
              <a:gd name="T26" fmla="*/ 132 w 1235"/>
              <a:gd name="T27" fmla="*/ 855 h 1240"/>
              <a:gd name="T28" fmla="*/ 222 w 1235"/>
              <a:gd name="T29" fmla="*/ 1000 h 1240"/>
              <a:gd name="T30" fmla="*/ 225 w 1235"/>
              <a:gd name="T31" fmla="*/ 1006 h 1240"/>
              <a:gd name="T32" fmla="*/ 229 w 1235"/>
              <a:gd name="T33" fmla="*/ 1013 h 1240"/>
              <a:gd name="T34" fmla="*/ 382 w 1235"/>
              <a:gd name="T35" fmla="*/ 1174 h 1240"/>
              <a:gd name="T36" fmla="*/ 627 w 1235"/>
              <a:gd name="T37" fmla="*/ 1240 h 1240"/>
              <a:gd name="T38" fmla="*/ 781 w 1235"/>
              <a:gd name="T39" fmla="*/ 1210 h 1240"/>
              <a:gd name="T40" fmla="*/ 913 w 1235"/>
              <a:gd name="T41" fmla="*/ 1127 h 1240"/>
              <a:gd name="T42" fmla="*/ 937 w 1235"/>
              <a:gd name="T43" fmla="*/ 1109 h 1240"/>
              <a:gd name="T44" fmla="*/ 958 w 1235"/>
              <a:gd name="T45" fmla="*/ 1101 h 1240"/>
              <a:gd name="T46" fmla="*/ 1128 w 1235"/>
              <a:gd name="T47" fmla="*/ 1002 h 1240"/>
              <a:gd name="T48" fmla="*/ 1234 w 1235"/>
              <a:gd name="T49" fmla="*/ 745 h 1240"/>
              <a:gd name="T50" fmla="*/ 1212 w 1235"/>
              <a:gd name="T51" fmla="*/ 579 h 1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235" h="1240">
                <a:moveTo>
                  <a:pt x="1212" y="579"/>
                </a:moveTo>
                <a:cubicBezTo>
                  <a:pt x="1165" y="376"/>
                  <a:pt x="1165" y="376"/>
                  <a:pt x="1165" y="376"/>
                </a:cubicBezTo>
                <a:cubicBezTo>
                  <a:pt x="1153" y="325"/>
                  <a:pt x="1135" y="248"/>
                  <a:pt x="1078" y="175"/>
                </a:cubicBezTo>
                <a:cubicBezTo>
                  <a:pt x="974" y="41"/>
                  <a:pt x="814" y="19"/>
                  <a:pt x="737" y="8"/>
                </a:cubicBezTo>
                <a:cubicBezTo>
                  <a:pt x="709" y="4"/>
                  <a:pt x="679" y="0"/>
                  <a:pt x="646" y="0"/>
                </a:cubicBezTo>
                <a:cubicBezTo>
                  <a:pt x="578" y="0"/>
                  <a:pt x="519" y="15"/>
                  <a:pt x="465" y="45"/>
                </a:cubicBezTo>
                <a:cubicBezTo>
                  <a:pt x="396" y="84"/>
                  <a:pt x="355" y="139"/>
                  <a:pt x="331" y="172"/>
                </a:cubicBezTo>
                <a:cubicBezTo>
                  <a:pt x="330" y="174"/>
                  <a:pt x="330" y="174"/>
                  <a:pt x="330" y="174"/>
                </a:cubicBezTo>
                <a:cubicBezTo>
                  <a:pt x="328" y="176"/>
                  <a:pt x="327" y="178"/>
                  <a:pt x="325" y="180"/>
                </a:cubicBezTo>
                <a:cubicBezTo>
                  <a:pt x="295" y="220"/>
                  <a:pt x="260" y="254"/>
                  <a:pt x="220" y="283"/>
                </a:cubicBezTo>
                <a:cubicBezTo>
                  <a:pt x="217" y="284"/>
                  <a:pt x="215" y="286"/>
                  <a:pt x="212" y="288"/>
                </a:cubicBezTo>
                <a:cubicBezTo>
                  <a:pt x="162" y="323"/>
                  <a:pt x="57" y="396"/>
                  <a:pt x="30" y="532"/>
                </a:cubicBezTo>
                <a:cubicBezTo>
                  <a:pt x="0" y="685"/>
                  <a:pt x="88" y="799"/>
                  <a:pt x="131" y="853"/>
                </a:cubicBezTo>
                <a:cubicBezTo>
                  <a:pt x="132" y="855"/>
                  <a:pt x="132" y="855"/>
                  <a:pt x="132" y="855"/>
                </a:cubicBezTo>
                <a:cubicBezTo>
                  <a:pt x="167" y="900"/>
                  <a:pt x="197" y="949"/>
                  <a:pt x="222" y="1000"/>
                </a:cubicBezTo>
                <a:cubicBezTo>
                  <a:pt x="225" y="1006"/>
                  <a:pt x="225" y="1006"/>
                  <a:pt x="225" y="1006"/>
                </a:cubicBezTo>
                <a:cubicBezTo>
                  <a:pt x="229" y="1013"/>
                  <a:pt x="229" y="1013"/>
                  <a:pt x="229" y="1013"/>
                </a:cubicBezTo>
                <a:cubicBezTo>
                  <a:pt x="259" y="1065"/>
                  <a:pt x="309" y="1135"/>
                  <a:pt x="382" y="1174"/>
                </a:cubicBezTo>
                <a:cubicBezTo>
                  <a:pt x="462" y="1217"/>
                  <a:pt x="547" y="1240"/>
                  <a:pt x="627" y="1240"/>
                </a:cubicBezTo>
                <a:cubicBezTo>
                  <a:pt x="681" y="1240"/>
                  <a:pt x="733" y="1230"/>
                  <a:pt x="781" y="1210"/>
                </a:cubicBezTo>
                <a:cubicBezTo>
                  <a:pt x="840" y="1186"/>
                  <a:pt x="882" y="1152"/>
                  <a:pt x="913" y="1127"/>
                </a:cubicBezTo>
                <a:cubicBezTo>
                  <a:pt x="918" y="1123"/>
                  <a:pt x="932" y="1112"/>
                  <a:pt x="937" y="1109"/>
                </a:cubicBezTo>
                <a:cubicBezTo>
                  <a:pt x="941" y="1107"/>
                  <a:pt x="953" y="1103"/>
                  <a:pt x="958" y="1101"/>
                </a:cubicBezTo>
                <a:cubicBezTo>
                  <a:pt x="999" y="1087"/>
                  <a:pt x="1069" y="1062"/>
                  <a:pt x="1128" y="1002"/>
                </a:cubicBezTo>
                <a:cubicBezTo>
                  <a:pt x="1194" y="937"/>
                  <a:pt x="1231" y="845"/>
                  <a:pt x="1234" y="745"/>
                </a:cubicBezTo>
                <a:cubicBezTo>
                  <a:pt x="1235" y="679"/>
                  <a:pt x="1222" y="624"/>
                  <a:pt x="1212" y="579"/>
                </a:cubicBezTo>
                <a:close/>
              </a:path>
            </a:pathLst>
          </a:custGeom>
          <a:gradFill>
            <a:gsLst>
              <a:gs pos="13000">
                <a:srgbClr val="FF5038"/>
              </a:gs>
              <a:gs pos="100000">
                <a:srgbClr val="EE880E"/>
              </a:gs>
            </a:gsLst>
            <a:lin ang="13800000" scaled="0"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350" b="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</a:endParaRP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FAF0DDE2-3BC9-9D8B-C61E-C3284446E130}"/>
              </a:ext>
            </a:extLst>
          </p:cNvPr>
          <p:cNvSpPr>
            <a:spLocks/>
          </p:cNvSpPr>
          <p:nvPr/>
        </p:nvSpPr>
        <p:spPr bwMode="auto">
          <a:xfrm>
            <a:off x="7101385" y="2375144"/>
            <a:ext cx="1655483" cy="1616263"/>
          </a:xfrm>
          <a:custGeom>
            <a:avLst/>
            <a:gdLst>
              <a:gd name="T0" fmla="*/ 1212 w 1235"/>
              <a:gd name="T1" fmla="*/ 579 h 1240"/>
              <a:gd name="T2" fmla="*/ 1165 w 1235"/>
              <a:gd name="T3" fmla="*/ 376 h 1240"/>
              <a:gd name="T4" fmla="*/ 1078 w 1235"/>
              <a:gd name="T5" fmla="*/ 175 h 1240"/>
              <a:gd name="T6" fmla="*/ 737 w 1235"/>
              <a:gd name="T7" fmla="*/ 8 h 1240"/>
              <a:gd name="T8" fmla="*/ 646 w 1235"/>
              <a:gd name="T9" fmla="*/ 0 h 1240"/>
              <a:gd name="T10" fmla="*/ 465 w 1235"/>
              <a:gd name="T11" fmla="*/ 45 h 1240"/>
              <a:gd name="T12" fmla="*/ 331 w 1235"/>
              <a:gd name="T13" fmla="*/ 172 h 1240"/>
              <a:gd name="T14" fmla="*/ 330 w 1235"/>
              <a:gd name="T15" fmla="*/ 174 h 1240"/>
              <a:gd name="T16" fmla="*/ 325 w 1235"/>
              <a:gd name="T17" fmla="*/ 180 h 1240"/>
              <a:gd name="T18" fmla="*/ 220 w 1235"/>
              <a:gd name="T19" fmla="*/ 283 h 1240"/>
              <a:gd name="T20" fmla="*/ 212 w 1235"/>
              <a:gd name="T21" fmla="*/ 288 h 1240"/>
              <a:gd name="T22" fmla="*/ 30 w 1235"/>
              <a:gd name="T23" fmla="*/ 532 h 1240"/>
              <a:gd name="T24" fmla="*/ 131 w 1235"/>
              <a:gd name="T25" fmla="*/ 853 h 1240"/>
              <a:gd name="T26" fmla="*/ 132 w 1235"/>
              <a:gd name="T27" fmla="*/ 855 h 1240"/>
              <a:gd name="T28" fmla="*/ 222 w 1235"/>
              <a:gd name="T29" fmla="*/ 1000 h 1240"/>
              <a:gd name="T30" fmla="*/ 225 w 1235"/>
              <a:gd name="T31" fmla="*/ 1006 h 1240"/>
              <a:gd name="T32" fmla="*/ 229 w 1235"/>
              <a:gd name="T33" fmla="*/ 1013 h 1240"/>
              <a:gd name="T34" fmla="*/ 382 w 1235"/>
              <a:gd name="T35" fmla="*/ 1174 h 1240"/>
              <a:gd name="T36" fmla="*/ 627 w 1235"/>
              <a:gd name="T37" fmla="*/ 1240 h 1240"/>
              <a:gd name="T38" fmla="*/ 781 w 1235"/>
              <a:gd name="T39" fmla="*/ 1210 h 1240"/>
              <a:gd name="T40" fmla="*/ 913 w 1235"/>
              <a:gd name="T41" fmla="*/ 1127 h 1240"/>
              <a:gd name="T42" fmla="*/ 937 w 1235"/>
              <a:gd name="T43" fmla="*/ 1109 h 1240"/>
              <a:gd name="T44" fmla="*/ 958 w 1235"/>
              <a:gd name="T45" fmla="*/ 1101 h 1240"/>
              <a:gd name="T46" fmla="*/ 1128 w 1235"/>
              <a:gd name="T47" fmla="*/ 1002 h 1240"/>
              <a:gd name="T48" fmla="*/ 1234 w 1235"/>
              <a:gd name="T49" fmla="*/ 745 h 1240"/>
              <a:gd name="T50" fmla="*/ 1212 w 1235"/>
              <a:gd name="T51" fmla="*/ 579 h 1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235" h="1240">
                <a:moveTo>
                  <a:pt x="1212" y="579"/>
                </a:moveTo>
                <a:cubicBezTo>
                  <a:pt x="1165" y="376"/>
                  <a:pt x="1165" y="376"/>
                  <a:pt x="1165" y="376"/>
                </a:cubicBezTo>
                <a:cubicBezTo>
                  <a:pt x="1153" y="325"/>
                  <a:pt x="1135" y="248"/>
                  <a:pt x="1078" y="175"/>
                </a:cubicBezTo>
                <a:cubicBezTo>
                  <a:pt x="974" y="41"/>
                  <a:pt x="814" y="19"/>
                  <a:pt x="737" y="8"/>
                </a:cubicBezTo>
                <a:cubicBezTo>
                  <a:pt x="709" y="4"/>
                  <a:pt x="679" y="0"/>
                  <a:pt x="646" y="0"/>
                </a:cubicBezTo>
                <a:cubicBezTo>
                  <a:pt x="578" y="0"/>
                  <a:pt x="519" y="15"/>
                  <a:pt x="465" y="45"/>
                </a:cubicBezTo>
                <a:cubicBezTo>
                  <a:pt x="396" y="84"/>
                  <a:pt x="355" y="139"/>
                  <a:pt x="331" y="172"/>
                </a:cubicBezTo>
                <a:cubicBezTo>
                  <a:pt x="330" y="174"/>
                  <a:pt x="330" y="174"/>
                  <a:pt x="330" y="174"/>
                </a:cubicBezTo>
                <a:cubicBezTo>
                  <a:pt x="328" y="176"/>
                  <a:pt x="327" y="178"/>
                  <a:pt x="325" y="180"/>
                </a:cubicBezTo>
                <a:cubicBezTo>
                  <a:pt x="295" y="220"/>
                  <a:pt x="260" y="254"/>
                  <a:pt x="220" y="283"/>
                </a:cubicBezTo>
                <a:cubicBezTo>
                  <a:pt x="217" y="284"/>
                  <a:pt x="215" y="286"/>
                  <a:pt x="212" y="288"/>
                </a:cubicBezTo>
                <a:cubicBezTo>
                  <a:pt x="162" y="323"/>
                  <a:pt x="57" y="396"/>
                  <a:pt x="30" y="532"/>
                </a:cubicBezTo>
                <a:cubicBezTo>
                  <a:pt x="0" y="685"/>
                  <a:pt x="88" y="799"/>
                  <a:pt x="131" y="853"/>
                </a:cubicBezTo>
                <a:cubicBezTo>
                  <a:pt x="132" y="855"/>
                  <a:pt x="132" y="855"/>
                  <a:pt x="132" y="855"/>
                </a:cubicBezTo>
                <a:cubicBezTo>
                  <a:pt x="167" y="900"/>
                  <a:pt x="197" y="949"/>
                  <a:pt x="222" y="1000"/>
                </a:cubicBezTo>
                <a:cubicBezTo>
                  <a:pt x="225" y="1006"/>
                  <a:pt x="225" y="1006"/>
                  <a:pt x="225" y="1006"/>
                </a:cubicBezTo>
                <a:cubicBezTo>
                  <a:pt x="229" y="1013"/>
                  <a:pt x="229" y="1013"/>
                  <a:pt x="229" y="1013"/>
                </a:cubicBezTo>
                <a:cubicBezTo>
                  <a:pt x="259" y="1065"/>
                  <a:pt x="309" y="1135"/>
                  <a:pt x="382" y="1174"/>
                </a:cubicBezTo>
                <a:cubicBezTo>
                  <a:pt x="462" y="1217"/>
                  <a:pt x="547" y="1240"/>
                  <a:pt x="627" y="1240"/>
                </a:cubicBezTo>
                <a:cubicBezTo>
                  <a:pt x="681" y="1240"/>
                  <a:pt x="733" y="1230"/>
                  <a:pt x="781" y="1210"/>
                </a:cubicBezTo>
                <a:cubicBezTo>
                  <a:pt x="840" y="1186"/>
                  <a:pt x="882" y="1152"/>
                  <a:pt x="913" y="1127"/>
                </a:cubicBezTo>
                <a:cubicBezTo>
                  <a:pt x="918" y="1123"/>
                  <a:pt x="932" y="1112"/>
                  <a:pt x="937" y="1109"/>
                </a:cubicBezTo>
                <a:cubicBezTo>
                  <a:pt x="941" y="1107"/>
                  <a:pt x="953" y="1103"/>
                  <a:pt x="958" y="1101"/>
                </a:cubicBezTo>
                <a:cubicBezTo>
                  <a:pt x="999" y="1087"/>
                  <a:pt x="1069" y="1062"/>
                  <a:pt x="1128" y="1002"/>
                </a:cubicBezTo>
                <a:cubicBezTo>
                  <a:pt x="1194" y="937"/>
                  <a:pt x="1231" y="845"/>
                  <a:pt x="1234" y="745"/>
                </a:cubicBezTo>
                <a:cubicBezTo>
                  <a:pt x="1235" y="679"/>
                  <a:pt x="1222" y="624"/>
                  <a:pt x="1212" y="579"/>
                </a:cubicBezTo>
                <a:close/>
              </a:path>
            </a:pathLst>
          </a:custGeom>
          <a:gradFill>
            <a:gsLst>
              <a:gs pos="13000">
                <a:srgbClr val="FF5038"/>
              </a:gs>
              <a:gs pos="100000">
                <a:srgbClr val="EE880E"/>
              </a:gs>
            </a:gsLst>
            <a:lin ang="13800000" scaled="0"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350" b="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</a:endParaRPr>
          </a:p>
        </p:txBody>
      </p:sp>
      <p:sp>
        <p:nvSpPr>
          <p:cNvPr id="11" name="Freeform 19">
            <a:extLst>
              <a:ext uri="{FF2B5EF4-FFF2-40B4-BE49-F238E27FC236}">
                <a16:creationId xmlns:a16="http://schemas.microsoft.com/office/drawing/2014/main" id="{04A7AC9B-DFA7-33B0-E50D-8249960FE05B}"/>
              </a:ext>
            </a:extLst>
          </p:cNvPr>
          <p:cNvSpPr>
            <a:spLocks/>
          </p:cNvSpPr>
          <p:nvPr/>
        </p:nvSpPr>
        <p:spPr bwMode="auto">
          <a:xfrm>
            <a:off x="10348189" y="2537349"/>
            <a:ext cx="1655483" cy="1616263"/>
          </a:xfrm>
          <a:custGeom>
            <a:avLst/>
            <a:gdLst>
              <a:gd name="T0" fmla="*/ 1212 w 1235"/>
              <a:gd name="T1" fmla="*/ 579 h 1240"/>
              <a:gd name="T2" fmla="*/ 1165 w 1235"/>
              <a:gd name="T3" fmla="*/ 376 h 1240"/>
              <a:gd name="T4" fmla="*/ 1078 w 1235"/>
              <a:gd name="T5" fmla="*/ 175 h 1240"/>
              <a:gd name="T6" fmla="*/ 737 w 1235"/>
              <a:gd name="T7" fmla="*/ 8 h 1240"/>
              <a:gd name="T8" fmla="*/ 646 w 1235"/>
              <a:gd name="T9" fmla="*/ 0 h 1240"/>
              <a:gd name="T10" fmla="*/ 465 w 1235"/>
              <a:gd name="T11" fmla="*/ 45 h 1240"/>
              <a:gd name="T12" fmla="*/ 331 w 1235"/>
              <a:gd name="T13" fmla="*/ 172 h 1240"/>
              <a:gd name="T14" fmla="*/ 330 w 1235"/>
              <a:gd name="T15" fmla="*/ 174 h 1240"/>
              <a:gd name="T16" fmla="*/ 325 w 1235"/>
              <a:gd name="T17" fmla="*/ 180 h 1240"/>
              <a:gd name="T18" fmla="*/ 220 w 1235"/>
              <a:gd name="T19" fmla="*/ 283 h 1240"/>
              <a:gd name="T20" fmla="*/ 212 w 1235"/>
              <a:gd name="T21" fmla="*/ 288 h 1240"/>
              <a:gd name="T22" fmla="*/ 30 w 1235"/>
              <a:gd name="T23" fmla="*/ 532 h 1240"/>
              <a:gd name="T24" fmla="*/ 131 w 1235"/>
              <a:gd name="T25" fmla="*/ 853 h 1240"/>
              <a:gd name="T26" fmla="*/ 132 w 1235"/>
              <a:gd name="T27" fmla="*/ 855 h 1240"/>
              <a:gd name="T28" fmla="*/ 222 w 1235"/>
              <a:gd name="T29" fmla="*/ 1000 h 1240"/>
              <a:gd name="T30" fmla="*/ 225 w 1235"/>
              <a:gd name="T31" fmla="*/ 1006 h 1240"/>
              <a:gd name="T32" fmla="*/ 229 w 1235"/>
              <a:gd name="T33" fmla="*/ 1013 h 1240"/>
              <a:gd name="T34" fmla="*/ 382 w 1235"/>
              <a:gd name="T35" fmla="*/ 1174 h 1240"/>
              <a:gd name="T36" fmla="*/ 627 w 1235"/>
              <a:gd name="T37" fmla="*/ 1240 h 1240"/>
              <a:gd name="T38" fmla="*/ 781 w 1235"/>
              <a:gd name="T39" fmla="*/ 1210 h 1240"/>
              <a:gd name="T40" fmla="*/ 913 w 1235"/>
              <a:gd name="T41" fmla="*/ 1127 h 1240"/>
              <a:gd name="T42" fmla="*/ 937 w 1235"/>
              <a:gd name="T43" fmla="*/ 1109 h 1240"/>
              <a:gd name="T44" fmla="*/ 958 w 1235"/>
              <a:gd name="T45" fmla="*/ 1101 h 1240"/>
              <a:gd name="T46" fmla="*/ 1128 w 1235"/>
              <a:gd name="T47" fmla="*/ 1002 h 1240"/>
              <a:gd name="T48" fmla="*/ 1234 w 1235"/>
              <a:gd name="T49" fmla="*/ 745 h 1240"/>
              <a:gd name="T50" fmla="*/ 1212 w 1235"/>
              <a:gd name="T51" fmla="*/ 579 h 1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235" h="1240">
                <a:moveTo>
                  <a:pt x="1212" y="579"/>
                </a:moveTo>
                <a:cubicBezTo>
                  <a:pt x="1165" y="376"/>
                  <a:pt x="1165" y="376"/>
                  <a:pt x="1165" y="376"/>
                </a:cubicBezTo>
                <a:cubicBezTo>
                  <a:pt x="1153" y="325"/>
                  <a:pt x="1135" y="248"/>
                  <a:pt x="1078" y="175"/>
                </a:cubicBezTo>
                <a:cubicBezTo>
                  <a:pt x="974" y="41"/>
                  <a:pt x="814" y="19"/>
                  <a:pt x="737" y="8"/>
                </a:cubicBezTo>
                <a:cubicBezTo>
                  <a:pt x="709" y="4"/>
                  <a:pt x="679" y="0"/>
                  <a:pt x="646" y="0"/>
                </a:cubicBezTo>
                <a:cubicBezTo>
                  <a:pt x="578" y="0"/>
                  <a:pt x="519" y="15"/>
                  <a:pt x="465" y="45"/>
                </a:cubicBezTo>
                <a:cubicBezTo>
                  <a:pt x="396" y="84"/>
                  <a:pt x="355" y="139"/>
                  <a:pt x="331" y="172"/>
                </a:cubicBezTo>
                <a:cubicBezTo>
                  <a:pt x="330" y="174"/>
                  <a:pt x="330" y="174"/>
                  <a:pt x="330" y="174"/>
                </a:cubicBezTo>
                <a:cubicBezTo>
                  <a:pt x="328" y="176"/>
                  <a:pt x="327" y="178"/>
                  <a:pt x="325" y="180"/>
                </a:cubicBezTo>
                <a:cubicBezTo>
                  <a:pt x="295" y="220"/>
                  <a:pt x="260" y="254"/>
                  <a:pt x="220" y="283"/>
                </a:cubicBezTo>
                <a:cubicBezTo>
                  <a:pt x="217" y="284"/>
                  <a:pt x="215" y="286"/>
                  <a:pt x="212" y="288"/>
                </a:cubicBezTo>
                <a:cubicBezTo>
                  <a:pt x="162" y="323"/>
                  <a:pt x="57" y="396"/>
                  <a:pt x="30" y="532"/>
                </a:cubicBezTo>
                <a:cubicBezTo>
                  <a:pt x="0" y="685"/>
                  <a:pt x="88" y="799"/>
                  <a:pt x="131" y="853"/>
                </a:cubicBezTo>
                <a:cubicBezTo>
                  <a:pt x="132" y="855"/>
                  <a:pt x="132" y="855"/>
                  <a:pt x="132" y="855"/>
                </a:cubicBezTo>
                <a:cubicBezTo>
                  <a:pt x="167" y="900"/>
                  <a:pt x="197" y="949"/>
                  <a:pt x="222" y="1000"/>
                </a:cubicBezTo>
                <a:cubicBezTo>
                  <a:pt x="225" y="1006"/>
                  <a:pt x="225" y="1006"/>
                  <a:pt x="225" y="1006"/>
                </a:cubicBezTo>
                <a:cubicBezTo>
                  <a:pt x="229" y="1013"/>
                  <a:pt x="229" y="1013"/>
                  <a:pt x="229" y="1013"/>
                </a:cubicBezTo>
                <a:cubicBezTo>
                  <a:pt x="259" y="1065"/>
                  <a:pt x="309" y="1135"/>
                  <a:pt x="382" y="1174"/>
                </a:cubicBezTo>
                <a:cubicBezTo>
                  <a:pt x="462" y="1217"/>
                  <a:pt x="547" y="1240"/>
                  <a:pt x="627" y="1240"/>
                </a:cubicBezTo>
                <a:cubicBezTo>
                  <a:pt x="681" y="1240"/>
                  <a:pt x="733" y="1230"/>
                  <a:pt x="781" y="1210"/>
                </a:cubicBezTo>
                <a:cubicBezTo>
                  <a:pt x="840" y="1186"/>
                  <a:pt x="882" y="1152"/>
                  <a:pt x="913" y="1127"/>
                </a:cubicBezTo>
                <a:cubicBezTo>
                  <a:pt x="918" y="1123"/>
                  <a:pt x="932" y="1112"/>
                  <a:pt x="937" y="1109"/>
                </a:cubicBezTo>
                <a:cubicBezTo>
                  <a:pt x="941" y="1107"/>
                  <a:pt x="953" y="1103"/>
                  <a:pt x="958" y="1101"/>
                </a:cubicBezTo>
                <a:cubicBezTo>
                  <a:pt x="999" y="1087"/>
                  <a:pt x="1069" y="1062"/>
                  <a:pt x="1128" y="1002"/>
                </a:cubicBezTo>
                <a:cubicBezTo>
                  <a:pt x="1194" y="937"/>
                  <a:pt x="1231" y="845"/>
                  <a:pt x="1234" y="745"/>
                </a:cubicBezTo>
                <a:cubicBezTo>
                  <a:pt x="1235" y="679"/>
                  <a:pt x="1222" y="624"/>
                  <a:pt x="1212" y="579"/>
                </a:cubicBezTo>
                <a:close/>
              </a:path>
            </a:pathLst>
          </a:custGeom>
          <a:gradFill>
            <a:gsLst>
              <a:gs pos="13000">
                <a:srgbClr val="FF5038"/>
              </a:gs>
              <a:gs pos="100000">
                <a:srgbClr val="EE880E"/>
              </a:gs>
            </a:gsLst>
            <a:lin ang="13800000" scaled="0"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350" b="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</a:endParaRPr>
          </a:p>
        </p:txBody>
      </p:sp>
      <p:sp>
        <p:nvSpPr>
          <p:cNvPr id="19" name="TextBox 31">
            <a:extLst>
              <a:ext uri="{FF2B5EF4-FFF2-40B4-BE49-F238E27FC236}">
                <a16:creationId xmlns:a16="http://schemas.microsoft.com/office/drawing/2014/main" id="{ACEC104F-237C-6F87-F75C-7AAC2C70D243}"/>
              </a:ext>
            </a:extLst>
          </p:cNvPr>
          <p:cNvSpPr txBox="1"/>
          <p:nvPr/>
        </p:nvSpPr>
        <p:spPr>
          <a:xfrm>
            <a:off x="8703858" y="2449402"/>
            <a:ext cx="1764706" cy="754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El Sistema </a:t>
            </a:r>
            <a:r>
              <a:rPr lang="en-US" sz="1000" kern="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envía</a:t>
            </a:r>
            <a:r>
              <a:rPr lang="en-US" sz="1000" kern="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000" kern="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correos</a:t>
            </a:r>
            <a:r>
              <a:rPr lang="en-US" sz="1000" kern="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de forma </a:t>
            </a:r>
            <a:r>
              <a:rPr lang="en-US" sz="1000" kern="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automática</a:t>
            </a:r>
            <a:r>
              <a:rPr lang="en-US" sz="1000" kern="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000" kern="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en</a:t>
            </a:r>
            <a:r>
              <a:rPr lang="en-US" sz="1000" kern="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000" kern="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cada</a:t>
            </a:r>
            <a:r>
              <a:rPr lang="en-US" sz="1000" kern="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000" kern="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etapa</a:t>
            </a:r>
            <a:r>
              <a:rPr lang="en-US" sz="1000" kern="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del </a:t>
            </a:r>
            <a:r>
              <a:rPr lang="en-US" sz="1000" kern="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proceso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0000"/>
                  <a:lumOff val="4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0" name="TextBox 32">
            <a:extLst>
              <a:ext uri="{FF2B5EF4-FFF2-40B4-BE49-F238E27FC236}">
                <a16:creationId xmlns:a16="http://schemas.microsoft.com/office/drawing/2014/main" id="{3821423F-9CCA-0DC6-6518-8B1798597613}"/>
              </a:ext>
            </a:extLst>
          </p:cNvPr>
          <p:cNvSpPr txBox="1"/>
          <p:nvPr/>
        </p:nvSpPr>
        <p:spPr>
          <a:xfrm>
            <a:off x="8403196" y="2123092"/>
            <a:ext cx="2298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Lato Black"/>
              </a:rPr>
              <a:t>Emails </a:t>
            </a:r>
            <a:r>
              <a:rPr lang="en-US" sz="1200" b="1" dirty="0" err="1">
                <a:latin typeface="Lato Black"/>
              </a:rPr>
              <a:t>automáticos</a:t>
            </a:r>
            <a:endParaRPr lang="en-ID" sz="1200" b="1" dirty="0">
              <a:latin typeface="Lato Black"/>
            </a:endParaRPr>
          </a:p>
        </p:txBody>
      </p:sp>
      <p:sp>
        <p:nvSpPr>
          <p:cNvPr id="22" name="TextBox 31">
            <a:extLst>
              <a:ext uri="{FF2B5EF4-FFF2-40B4-BE49-F238E27FC236}">
                <a16:creationId xmlns:a16="http://schemas.microsoft.com/office/drawing/2014/main" id="{EAF71A39-23FF-64FE-01CD-A2A5502CE366}"/>
              </a:ext>
            </a:extLst>
          </p:cNvPr>
          <p:cNvSpPr txBox="1"/>
          <p:nvPr/>
        </p:nvSpPr>
        <p:spPr>
          <a:xfrm>
            <a:off x="6900423" y="4460100"/>
            <a:ext cx="2057406" cy="754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Los 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usuarios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 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reciben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 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avisos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 de 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cuando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 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su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 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proceso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 cambia de 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estado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0000"/>
                  <a:lumOff val="4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3" name="TextBox 32">
            <a:extLst>
              <a:ext uri="{FF2B5EF4-FFF2-40B4-BE49-F238E27FC236}">
                <a16:creationId xmlns:a16="http://schemas.microsoft.com/office/drawing/2014/main" id="{B1DF0F97-4269-184D-CCBF-A5436DBCE0CB}"/>
              </a:ext>
            </a:extLst>
          </p:cNvPr>
          <p:cNvSpPr txBox="1"/>
          <p:nvPr/>
        </p:nvSpPr>
        <p:spPr>
          <a:xfrm>
            <a:off x="6779793" y="4148741"/>
            <a:ext cx="2298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latin typeface="Lato Black"/>
              </a:rPr>
              <a:t>Confirmaciones</a:t>
            </a:r>
            <a:r>
              <a:rPr lang="en-US" sz="1200" b="1" dirty="0">
                <a:latin typeface="Lato Black"/>
              </a:rPr>
              <a:t> de </a:t>
            </a:r>
            <a:r>
              <a:rPr lang="en-US" sz="1200" b="1" dirty="0" err="1">
                <a:latin typeface="Lato Black"/>
              </a:rPr>
              <a:t>estado</a:t>
            </a:r>
            <a:endParaRPr lang="en-ID" sz="1200" b="1" dirty="0">
              <a:latin typeface="Lato Black"/>
            </a:endParaRPr>
          </a:p>
        </p:txBody>
      </p:sp>
      <p:sp>
        <p:nvSpPr>
          <p:cNvPr id="25" name="TextBox 31">
            <a:extLst>
              <a:ext uri="{FF2B5EF4-FFF2-40B4-BE49-F238E27FC236}">
                <a16:creationId xmlns:a16="http://schemas.microsoft.com/office/drawing/2014/main" id="{BD576E73-1830-B9C9-AEBA-9CE17689EA57}"/>
              </a:ext>
            </a:extLst>
          </p:cNvPr>
          <p:cNvSpPr txBox="1"/>
          <p:nvPr/>
        </p:nvSpPr>
        <p:spPr>
          <a:xfrm>
            <a:off x="10357304" y="4427930"/>
            <a:ext cx="1764706" cy="754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Se 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registra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 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cada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 email 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enviado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 para 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poder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 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hacer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 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seguimiento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 y control </a:t>
            </a:r>
          </a:p>
        </p:txBody>
      </p:sp>
      <p:sp>
        <p:nvSpPr>
          <p:cNvPr id="26" name="TextBox 32">
            <a:extLst>
              <a:ext uri="{FF2B5EF4-FFF2-40B4-BE49-F238E27FC236}">
                <a16:creationId xmlns:a16="http://schemas.microsoft.com/office/drawing/2014/main" id="{B134C9A7-6794-328B-4859-AE896EB70F81}"/>
              </a:ext>
            </a:extLst>
          </p:cNvPr>
          <p:cNvSpPr txBox="1"/>
          <p:nvPr/>
        </p:nvSpPr>
        <p:spPr>
          <a:xfrm>
            <a:off x="10092534" y="4193530"/>
            <a:ext cx="2298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latin typeface="Lato Black"/>
              </a:rPr>
              <a:t>Auditoría</a:t>
            </a:r>
            <a:r>
              <a:rPr lang="en-US" sz="1200" b="1" dirty="0">
                <a:latin typeface="Lato Black"/>
              </a:rPr>
              <a:t> de </a:t>
            </a:r>
            <a:r>
              <a:rPr lang="en-US" sz="1200" b="1" dirty="0" err="1">
                <a:latin typeface="Lato Black"/>
              </a:rPr>
              <a:t>envíos</a:t>
            </a:r>
            <a:endParaRPr lang="en-ID" sz="1200" b="1" dirty="0">
              <a:latin typeface="Lato Black"/>
            </a:endParaRP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BAA9569C-D667-5C83-4ED4-7669F244037D}"/>
              </a:ext>
            </a:extLst>
          </p:cNvPr>
          <p:cNvSpPr txBox="1">
            <a:spLocks/>
          </p:cNvSpPr>
          <p:nvPr/>
        </p:nvSpPr>
        <p:spPr>
          <a:xfrm>
            <a:off x="-1949855" y="1091862"/>
            <a:ext cx="6135687" cy="261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25" kern="120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Lato Semibold"/>
                <a:ea typeface="+mn-ea"/>
                <a:cs typeface="+mn-cs"/>
              </a:rPr>
              <a:t>Sistema de onboarding RRHH</a:t>
            </a:r>
            <a:endParaRPr kumimoji="0" lang="en-ID" sz="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Lato Semibold"/>
              <a:ea typeface="+mn-ea"/>
              <a:cs typeface="+mn-cs"/>
            </a:endParaRPr>
          </a:p>
        </p:txBody>
      </p:sp>
      <p:grpSp>
        <p:nvGrpSpPr>
          <p:cNvPr id="31" name="Group 1619">
            <a:extLst>
              <a:ext uri="{FF2B5EF4-FFF2-40B4-BE49-F238E27FC236}">
                <a16:creationId xmlns:a16="http://schemas.microsoft.com/office/drawing/2014/main" id="{CBDF4C6D-DF00-94E1-73B5-1C6C283630B3}"/>
              </a:ext>
            </a:extLst>
          </p:cNvPr>
          <p:cNvGrpSpPr/>
          <p:nvPr/>
        </p:nvGrpSpPr>
        <p:grpSpPr>
          <a:xfrm>
            <a:off x="9201842" y="950187"/>
            <a:ext cx="890692" cy="607923"/>
            <a:chOff x="1360488" y="3833813"/>
            <a:chExt cx="382587" cy="242887"/>
          </a:xfrm>
          <a:solidFill>
            <a:schemeClr val="tx2"/>
          </a:solidFill>
        </p:grpSpPr>
        <p:sp>
          <p:nvSpPr>
            <p:cNvPr id="32" name="Freeform 377">
              <a:extLst>
                <a:ext uri="{FF2B5EF4-FFF2-40B4-BE49-F238E27FC236}">
                  <a16:creationId xmlns:a16="http://schemas.microsoft.com/office/drawing/2014/main" id="{B5FFBBF4-BB54-DB76-B602-38A6D99B63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488" y="3843338"/>
              <a:ext cx="131762" cy="225425"/>
            </a:xfrm>
            <a:custGeom>
              <a:avLst/>
              <a:gdLst>
                <a:gd name="T0" fmla="*/ 0 w 1168"/>
                <a:gd name="T1" fmla="*/ 0 h 1991"/>
                <a:gd name="T2" fmla="*/ 1168 w 1168"/>
                <a:gd name="T3" fmla="*/ 1067 h 1991"/>
                <a:gd name="T4" fmla="*/ 0 w 1168"/>
                <a:gd name="T5" fmla="*/ 1991 h 1991"/>
                <a:gd name="T6" fmla="*/ 0 w 1168"/>
                <a:gd name="T7" fmla="*/ 0 h 19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68" h="1991">
                  <a:moveTo>
                    <a:pt x="0" y="0"/>
                  </a:moveTo>
                  <a:lnTo>
                    <a:pt x="1168" y="1067"/>
                  </a:lnTo>
                  <a:lnTo>
                    <a:pt x="0" y="199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378">
              <a:extLst>
                <a:ext uri="{FF2B5EF4-FFF2-40B4-BE49-F238E27FC236}">
                  <a16:creationId xmlns:a16="http://schemas.microsoft.com/office/drawing/2014/main" id="{348DA6EE-0D91-CF88-5675-8D9AE0221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6363" y="3975100"/>
              <a:ext cx="350837" cy="101600"/>
            </a:xfrm>
            <a:custGeom>
              <a:avLst/>
              <a:gdLst>
                <a:gd name="T0" fmla="*/ 1141 w 3106"/>
                <a:gd name="T1" fmla="*/ 0 h 903"/>
                <a:gd name="T2" fmla="*/ 1499 w 3106"/>
                <a:gd name="T3" fmla="*/ 333 h 903"/>
                <a:gd name="T4" fmla="*/ 1514 w 3106"/>
                <a:gd name="T5" fmla="*/ 343 h 903"/>
                <a:gd name="T6" fmla="*/ 1531 w 3106"/>
                <a:gd name="T7" fmla="*/ 350 h 903"/>
                <a:gd name="T8" fmla="*/ 1549 w 3106"/>
                <a:gd name="T9" fmla="*/ 352 h 903"/>
                <a:gd name="T10" fmla="*/ 1566 w 3106"/>
                <a:gd name="T11" fmla="*/ 350 h 903"/>
                <a:gd name="T12" fmla="*/ 1584 w 3106"/>
                <a:gd name="T13" fmla="*/ 343 h 903"/>
                <a:gd name="T14" fmla="*/ 1599 w 3106"/>
                <a:gd name="T15" fmla="*/ 333 h 903"/>
                <a:gd name="T16" fmla="*/ 1963 w 3106"/>
                <a:gd name="T17" fmla="*/ 0 h 903"/>
                <a:gd name="T18" fmla="*/ 3106 w 3106"/>
                <a:gd name="T19" fmla="*/ 903 h 903"/>
                <a:gd name="T20" fmla="*/ 0 w 3106"/>
                <a:gd name="T21" fmla="*/ 903 h 903"/>
                <a:gd name="T22" fmla="*/ 1141 w 3106"/>
                <a:gd name="T2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06" h="903">
                  <a:moveTo>
                    <a:pt x="1141" y="0"/>
                  </a:moveTo>
                  <a:lnTo>
                    <a:pt x="1499" y="333"/>
                  </a:lnTo>
                  <a:lnTo>
                    <a:pt x="1514" y="343"/>
                  </a:lnTo>
                  <a:lnTo>
                    <a:pt x="1531" y="350"/>
                  </a:lnTo>
                  <a:lnTo>
                    <a:pt x="1549" y="352"/>
                  </a:lnTo>
                  <a:lnTo>
                    <a:pt x="1566" y="350"/>
                  </a:lnTo>
                  <a:lnTo>
                    <a:pt x="1584" y="343"/>
                  </a:lnTo>
                  <a:lnTo>
                    <a:pt x="1599" y="333"/>
                  </a:lnTo>
                  <a:lnTo>
                    <a:pt x="1963" y="0"/>
                  </a:lnTo>
                  <a:lnTo>
                    <a:pt x="3106" y="903"/>
                  </a:lnTo>
                  <a:lnTo>
                    <a:pt x="0" y="903"/>
                  </a:lnTo>
                  <a:lnTo>
                    <a:pt x="11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4" name="Freeform 379">
              <a:extLst>
                <a:ext uri="{FF2B5EF4-FFF2-40B4-BE49-F238E27FC236}">
                  <a16:creationId xmlns:a16="http://schemas.microsoft.com/office/drawing/2014/main" id="{1FC64D90-2102-9EB7-5C0E-1FAF8B6AF9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188" y="3833813"/>
              <a:ext cx="357187" cy="161925"/>
            </a:xfrm>
            <a:custGeom>
              <a:avLst/>
              <a:gdLst>
                <a:gd name="T0" fmla="*/ 0 w 3143"/>
                <a:gd name="T1" fmla="*/ 0 h 1434"/>
                <a:gd name="T2" fmla="*/ 3143 w 3143"/>
                <a:gd name="T3" fmla="*/ 0 h 1434"/>
                <a:gd name="T4" fmla="*/ 1572 w 3143"/>
                <a:gd name="T5" fmla="*/ 1434 h 1434"/>
                <a:gd name="T6" fmla="*/ 0 w 3143"/>
                <a:gd name="T7" fmla="*/ 0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43" h="1434">
                  <a:moveTo>
                    <a:pt x="0" y="0"/>
                  </a:moveTo>
                  <a:lnTo>
                    <a:pt x="3143" y="0"/>
                  </a:lnTo>
                  <a:lnTo>
                    <a:pt x="1572" y="143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5" name="Freeform 380">
              <a:extLst>
                <a:ext uri="{FF2B5EF4-FFF2-40B4-BE49-F238E27FC236}">
                  <a16:creationId xmlns:a16="http://schemas.microsoft.com/office/drawing/2014/main" id="{A3A954B1-B277-B1A3-CCBD-989AE1D5FC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9725" y="3843338"/>
              <a:ext cx="133350" cy="225425"/>
            </a:xfrm>
            <a:custGeom>
              <a:avLst/>
              <a:gdLst>
                <a:gd name="T0" fmla="*/ 1171 w 1171"/>
                <a:gd name="T1" fmla="*/ 0 h 1993"/>
                <a:gd name="T2" fmla="*/ 1171 w 1171"/>
                <a:gd name="T3" fmla="*/ 1993 h 1993"/>
                <a:gd name="T4" fmla="*/ 0 w 1171"/>
                <a:gd name="T5" fmla="*/ 1069 h 1993"/>
                <a:gd name="T6" fmla="*/ 1171 w 1171"/>
                <a:gd name="T7" fmla="*/ 0 h 19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71" h="1993">
                  <a:moveTo>
                    <a:pt x="1171" y="0"/>
                  </a:moveTo>
                  <a:lnTo>
                    <a:pt x="1171" y="1993"/>
                  </a:lnTo>
                  <a:lnTo>
                    <a:pt x="0" y="1069"/>
                  </a:lnTo>
                  <a:lnTo>
                    <a:pt x="117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6" name="Group 491">
            <a:extLst>
              <a:ext uri="{FF2B5EF4-FFF2-40B4-BE49-F238E27FC236}">
                <a16:creationId xmlns:a16="http://schemas.microsoft.com/office/drawing/2014/main" id="{AAEF63EC-1979-DDF2-957C-4485D47432D3}"/>
              </a:ext>
            </a:extLst>
          </p:cNvPr>
          <p:cNvGrpSpPr/>
          <p:nvPr/>
        </p:nvGrpSpPr>
        <p:grpSpPr>
          <a:xfrm flipH="1">
            <a:off x="7606295" y="2814273"/>
            <a:ext cx="796901" cy="701648"/>
            <a:chOff x="6521450" y="3279776"/>
            <a:chExt cx="481013" cy="474662"/>
          </a:xfrm>
          <a:solidFill>
            <a:schemeClr val="tx2"/>
          </a:solidFill>
        </p:grpSpPr>
        <p:sp>
          <p:nvSpPr>
            <p:cNvPr id="37" name="Freeform 321">
              <a:extLst>
                <a:ext uri="{FF2B5EF4-FFF2-40B4-BE49-F238E27FC236}">
                  <a16:creationId xmlns:a16="http://schemas.microsoft.com/office/drawing/2014/main" id="{CB5AD539-7703-7C14-E8A1-F5BA69D371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08800" y="3513138"/>
              <a:ext cx="93663" cy="241300"/>
            </a:xfrm>
            <a:custGeom>
              <a:avLst/>
              <a:gdLst>
                <a:gd name="T0" fmla="*/ 234 w 641"/>
                <a:gd name="T1" fmla="*/ 1281 h 1669"/>
                <a:gd name="T2" fmla="*/ 187 w 641"/>
                <a:gd name="T3" fmla="*/ 1299 h 1669"/>
                <a:gd name="T4" fmla="*/ 149 w 641"/>
                <a:gd name="T5" fmla="*/ 1337 h 1669"/>
                <a:gd name="T6" fmla="*/ 130 w 641"/>
                <a:gd name="T7" fmla="*/ 1384 h 1669"/>
                <a:gd name="T8" fmla="*/ 130 w 641"/>
                <a:gd name="T9" fmla="*/ 1434 h 1669"/>
                <a:gd name="T10" fmla="*/ 149 w 641"/>
                <a:gd name="T11" fmla="*/ 1480 h 1669"/>
                <a:gd name="T12" fmla="*/ 187 w 641"/>
                <a:gd name="T13" fmla="*/ 1518 h 1669"/>
                <a:gd name="T14" fmla="*/ 234 w 641"/>
                <a:gd name="T15" fmla="*/ 1538 h 1669"/>
                <a:gd name="T16" fmla="*/ 284 w 641"/>
                <a:gd name="T17" fmla="*/ 1538 h 1669"/>
                <a:gd name="T18" fmla="*/ 332 w 641"/>
                <a:gd name="T19" fmla="*/ 1518 h 1669"/>
                <a:gd name="T20" fmla="*/ 369 w 641"/>
                <a:gd name="T21" fmla="*/ 1480 h 1669"/>
                <a:gd name="T22" fmla="*/ 389 w 641"/>
                <a:gd name="T23" fmla="*/ 1434 h 1669"/>
                <a:gd name="T24" fmla="*/ 389 w 641"/>
                <a:gd name="T25" fmla="*/ 1384 h 1669"/>
                <a:gd name="T26" fmla="*/ 369 w 641"/>
                <a:gd name="T27" fmla="*/ 1337 h 1669"/>
                <a:gd name="T28" fmla="*/ 332 w 641"/>
                <a:gd name="T29" fmla="*/ 1299 h 1669"/>
                <a:gd name="T30" fmla="*/ 284 w 641"/>
                <a:gd name="T31" fmla="*/ 1281 h 1669"/>
                <a:gd name="T32" fmla="*/ 160 w 641"/>
                <a:gd name="T33" fmla="*/ 0 h 1669"/>
                <a:gd name="T34" fmla="*/ 513 w 641"/>
                <a:gd name="T35" fmla="*/ 4 h 1669"/>
                <a:gd name="T36" fmla="*/ 570 w 641"/>
                <a:gd name="T37" fmla="*/ 28 h 1669"/>
                <a:gd name="T38" fmla="*/ 614 w 641"/>
                <a:gd name="T39" fmla="*/ 70 h 1669"/>
                <a:gd name="T40" fmla="*/ 638 w 641"/>
                <a:gd name="T41" fmla="*/ 127 h 1669"/>
                <a:gd name="T42" fmla="*/ 641 w 641"/>
                <a:gd name="T43" fmla="*/ 1508 h 1669"/>
                <a:gd name="T44" fmla="*/ 629 w 641"/>
                <a:gd name="T45" fmla="*/ 1571 h 1669"/>
                <a:gd name="T46" fmla="*/ 594 w 641"/>
                <a:gd name="T47" fmla="*/ 1622 h 1669"/>
                <a:gd name="T48" fmla="*/ 543 w 641"/>
                <a:gd name="T49" fmla="*/ 1655 h 1669"/>
                <a:gd name="T50" fmla="*/ 480 w 641"/>
                <a:gd name="T51" fmla="*/ 1669 h 1669"/>
                <a:gd name="T52" fmla="*/ 127 w 641"/>
                <a:gd name="T53" fmla="*/ 1664 h 1669"/>
                <a:gd name="T54" fmla="*/ 70 w 641"/>
                <a:gd name="T55" fmla="*/ 1641 h 1669"/>
                <a:gd name="T56" fmla="*/ 27 w 641"/>
                <a:gd name="T57" fmla="*/ 1598 h 1669"/>
                <a:gd name="T58" fmla="*/ 3 w 641"/>
                <a:gd name="T59" fmla="*/ 1541 h 1669"/>
                <a:gd name="T60" fmla="*/ 0 w 641"/>
                <a:gd name="T61" fmla="*/ 160 h 1669"/>
                <a:gd name="T62" fmla="*/ 12 w 641"/>
                <a:gd name="T63" fmla="*/ 97 h 1669"/>
                <a:gd name="T64" fmla="*/ 46 w 641"/>
                <a:gd name="T65" fmla="*/ 46 h 1669"/>
                <a:gd name="T66" fmla="*/ 97 w 641"/>
                <a:gd name="T67" fmla="*/ 13 h 1669"/>
                <a:gd name="T68" fmla="*/ 160 w 641"/>
                <a:gd name="T69" fmla="*/ 0 h 1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41" h="1669">
                  <a:moveTo>
                    <a:pt x="259" y="1278"/>
                  </a:moveTo>
                  <a:lnTo>
                    <a:pt x="234" y="1281"/>
                  </a:lnTo>
                  <a:lnTo>
                    <a:pt x="210" y="1288"/>
                  </a:lnTo>
                  <a:lnTo>
                    <a:pt x="187" y="1299"/>
                  </a:lnTo>
                  <a:lnTo>
                    <a:pt x="166" y="1316"/>
                  </a:lnTo>
                  <a:lnTo>
                    <a:pt x="149" y="1337"/>
                  </a:lnTo>
                  <a:lnTo>
                    <a:pt x="137" y="1360"/>
                  </a:lnTo>
                  <a:lnTo>
                    <a:pt x="130" y="1384"/>
                  </a:lnTo>
                  <a:lnTo>
                    <a:pt x="127" y="1409"/>
                  </a:lnTo>
                  <a:lnTo>
                    <a:pt x="130" y="1434"/>
                  </a:lnTo>
                  <a:lnTo>
                    <a:pt x="137" y="1459"/>
                  </a:lnTo>
                  <a:lnTo>
                    <a:pt x="149" y="1480"/>
                  </a:lnTo>
                  <a:lnTo>
                    <a:pt x="166" y="1501"/>
                  </a:lnTo>
                  <a:lnTo>
                    <a:pt x="187" y="1518"/>
                  </a:lnTo>
                  <a:lnTo>
                    <a:pt x="210" y="1530"/>
                  </a:lnTo>
                  <a:lnTo>
                    <a:pt x="234" y="1538"/>
                  </a:lnTo>
                  <a:lnTo>
                    <a:pt x="259" y="1540"/>
                  </a:lnTo>
                  <a:lnTo>
                    <a:pt x="284" y="1538"/>
                  </a:lnTo>
                  <a:lnTo>
                    <a:pt x="310" y="1530"/>
                  </a:lnTo>
                  <a:lnTo>
                    <a:pt x="332" y="1518"/>
                  </a:lnTo>
                  <a:lnTo>
                    <a:pt x="352" y="1501"/>
                  </a:lnTo>
                  <a:lnTo>
                    <a:pt x="369" y="1480"/>
                  </a:lnTo>
                  <a:lnTo>
                    <a:pt x="382" y="1459"/>
                  </a:lnTo>
                  <a:lnTo>
                    <a:pt x="389" y="1434"/>
                  </a:lnTo>
                  <a:lnTo>
                    <a:pt x="391" y="1409"/>
                  </a:lnTo>
                  <a:lnTo>
                    <a:pt x="389" y="1384"/>
                  </a:lnTo>
                  <a:lnTo>
                    <a:pt x="382" y="1360"/>
                  </a:lnTo>
                  <a:lnTo>
                    <a:pt x="369" y="1337"/>
                  </a:lnTo>
                  <a:lnTo>
                    <a:pt x="352" y="1316"/>
                  </a:lnTo>
                  <a:lnTo>
                    <a:pt x="332" y="1299"/>
                  </a:lnTo>
                  <a:lnTo>
                    <a:pt x="310" y="1288"/>
                  </a:lnTo>
                  <a:lnTo>
                    <a:pt x="284" y="1281"/>
                  </a:lnTo>
                  <a:lnTo>
                    <a:pt x="259" y="1278"/>
                  </a:lnTo>
                  <a:close/>
                  <a:moveTo>
                    <a:pt x="160" y="0"/>
                  </a:moveTo>
                  <a:lnTo>
                    <a:pt x="480" y="0"/>
                  </a:lnTo>
                  <a:lnTo>
                    <a:pt x="513" y="4"/>
                  </a:lnTo>
                  <a:lnTo>
                    <a:pt x="543" y="13"/>
                  </a:lnTo>
                  <a:lnTo>
                    <a:pt x="570" y="28"/>
                  </a:lnTo>
                  <a:lnTo>
                    <a:pt x="594" y="46"/>
                  </a:lnTo>
                  <a:lnTo>
                    <a:pt x="614" y="70"/>
                  </a:lnTo>
                  <a:lnTo>
                    <a:pt x="629" y="97"/>
                  </a:lnTo>
                  <a:lnTo>
                    <a:pt x="638" y="127"/>
                  </a:lnTo>
                  <a:lnTo>
                    <a:pt x="641" y="160"/>
                  </a:lnTo>
                  <a:lnTo>
                    <a:pt x="641" y="1508"/>
                  </a:lnTo>
                  <a:lnTo>
                    <a:pt x="638" y="1541"/>
                  </a:lnTo>
                  <a:lnTo>
                    <a:pt x="629" y="1571"/>
                  </a:lnTo>
                  <a:lnTo>
                    <a:pt x="614" y="1598"/>
                  </a:lnTo>
                  <a:lnTo>
                    <a:pt x="594" y="1622"/>
                  </a:lnTo>
                  <a:lnTo>
                    <a:pt x="570" y="1641"/>
                  </a:lnTo>
                  <a:lnTo>
                    <a:pt x="543" y="1655"/>
                  </a:lnTo>
                  <a:lnTo>
                    <a:pt x="513" y="1664"/>
                  </a:lnTo>
                  <a:lnTo>
                    <a:pt x="480" y="1669"/>
                  </a:lnTo>
                  <a:lnTo>
                    <a:pt x="160" y="1669"/>
                  </a:lnTo>
                  <a:lnTo>
                    <a:pt x="127" y="1664"/>
                  </a:lnTo>
                  <a:lnTo>
                    <a:pt x="97" y="1655"/>
                  </a:lnTo>
                  <a:lnTo>
                    <a:pt x="70" y="1641"/>
                  </a:lnTo>
                  <a:lnTo>
                    <a:pt x="46" y="1622"/>
                  </a:lnTo>
                  <a:lnTo>
                    <a:pt x="27" y="1598"/>
                  </a:lnTo>
                  <a:lnTo>
                    <a:pt x="12" y="1571"/>
                  </a:lnTo>
                  <a:lnTo>
                    <a:pt x="3" y="1541"/>
                  </a:lnTo>
                  <a:lnTo>
                    <a:pt x="0" y="1508"/>
                  </a:lnTo>
                  <a:lnTo>
                    <a:pt x="0" y="160"/>
                  </a:lnTo>
                  <a:lnTo>
                    <a:pt x="3" y="127"/>
                  </a:lnTo>
                  <a:lnTo>
                    <a:pt x="12" y="97"/>
                  </a:lnTo>
                  <a:lnTo>
                    <a:pt x="27" y="70"/>
                  </a:lnTo>
                  <a:lnTo>
                    <a:pt x="46" y="46"/>
                  </a:lnTo>
                  <a:lnTo>
                    <a:pt x="70" y="28"/>
                  </a:lnTo>
                  <a:lnTo>
                    <a:pt x="97" y="13"/>
                  </a:lnTo>
                  <a:lnTo>
                    <a:pt x="127" y="4"/>
                  </a:lnTo>
                  <a:lnTo>
                    <a:pt x="1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322">
              <a:extLst>
                <a:ext uri="{FF2B5EF4-FFF2-40B4-BE49-F238E27FC236}">
                  <a16:creationId xmlns:a16="http://schemas.microsoft.com/office/drawing/2014/main" id="{99A4F97A-33E4-DC78-9320-190927150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1450" y="3279776"/>
              <a:ext cx="363538" cy="446088"/>
            </a:xfrm>
            <a:custGeom>
              <a:avLst/>
              <a:gdLst>
                <a:gd name="T0" fmla="*/ 1921 w 2516"/>
                <a:gd name="T1" fmla="*/ 5 h 3100"/>
                <a:gd name="T2" fmla="*/ 2071 w 2516"/>
                <a:gd name="T3" fmla="*/ 45 h 3100"/>
                <a:gd name="T4" fmla="*/ 2143 w 2516"/>
                <a:gd name="T5" fmla="*/ 122 h 3100"/>
                <a:gd name="T6" fmla="*/ 2136 w 2516"/>
                <a:gd name="T7" fmla="*/ 276 h 3100"/>
                <a:gd name="T8" fmla="*/ 2098 w 2516"/>
                <a:gd name="T9" fmla="*/ 448 h 3100"/>
                <a:gd name="T10" fmla="*/ 2066 w 2516"/>
                <a:gd name="T11" fmla="*/ 628 h 3100"/>
                <a:gd name="T12" fmla="*/ 2067 w 2516"/>
                <a:gd name="T13" fmla="*/ 867 h 3100"/>
                <a:gd name="T14" fmla="*/ 2119 w 2516"/>
                <a:gd name="T15" fmla="*/ 1103 h 3100"/>
                <a:gd name="T16" fmla="*/ 2206 w 2516"/>
                <a:gd name="T17" fmla="*/ 1319 h 3100"/>
                <a:gd name="T18" fmla="*/ 2309 w 2516"/>
                <a:gd name="T19" fmla="*/ 1503 h 3100"/>
                <a:gd name="T20" fmla="*/ 2406 w 2516"/>
                <a:gd name="T21" fmla="*/ 1646 h 3100"/>
                <a:gd name="T22" fmla="*/ 2478 w 2516"/>
                <a:gd name="T23" fmla="*/ 1740 h 3100"/>
                <a:gd name="T24" fmla="*/ 2506 w 2516"/>
                <a:gd name="T25" fmla="*/ 1773 h 3100"/>
                <a:gd name="T26" fmla="*/ 2513 w 2516"/>
                <a:gd name="T27" fmla="*/ 3042 h 3100"/>
                <a:gd name="T28" fmla="*/ 2457 w 2516"/>
                <a:gd name="T29" fmla="*/ 3098 h 3100"/>
                <a:gd name="T30" fmla="*/ 758 w 2516"/>
                <a:gd name="T31" fmla="*/ 3100 h 3100"/>
                <a:gd name="T32" fmla="*/ 485 w 2516"/>
                <a:gd name="T33" fmla="*/ 3100 h 3100"/>
                <a:gd name="T34" fmla="*/ 304 w 2516"/>
                <a:gd name="T35" fmla="*/ 3100 h 3100"/>
                <a:gd name="T36" fmla="*/ 201 w 2516"/>
                <a:gd name="T37" fmla="*/ 3100 h 3100"/>
                <a:gd name="T38" fmla="*/ 162 w 2516"/>
                <a:gd name="T39" fmla="*/ 3100 h 3100"/>
                <a:gd name="T40" fmla="*/ 80 w 2516"/>
                <a:gd name="T41" fmla="*/ 3072 h 3100"/>
                <a:gd name="T42" fmla="*/ 10 w 2516"/>
                <a:gd name="T43" fmla="*/ 2964 h 3100"/>
                <a:gd name="T44" fmla="*/ 10 w 2516"/>
                <a:gd name="T45" fmla="*/ 2818 h 3100"/>
                <a:gd name="T46" fmla="*/ 80 w 2516"/>
                <a:gd name="T47" fmla="*/ 2710 h 3100"/>
                <a:gd name="T48" fmla="*/ 132 w 2516"/>
                <a:gd name="T49" fmla="*/ 2679 h 3100"/>
                <a:gd name="T50" fmla="*/ 38 w 2516"/>
                <a:gd name="T51" fmla="*/ 2607 h 3100"/>
                <a:gd name="T52" fmla="*/ 0 w 2516"/>
                <a:gd name="T53" fmla="*/ 2473 h 3100"/>
                <a:gd name="T54" fmla="*/ 38 w 2516"/>
                <a:gd name="T55" fmla="*/ 2338 h 3100"/>
                <a:gd name="T56" fmla="*/ 132 w 2516"/>
                <a:gd name="T57" fmla="*/ 2267 h 3100"/>
                <a:gd name="T58" fmla="*/ 80 w 2516"/>
                <a:gd name="T59" fmla="*/ 2235 h 3100"/>
                <a:gd name="T60" fmla="*/ 10 w 2516"/>
                <a:gd name="T61" fmla="*/ 2127 h 3100"/>
                <a:gd name="T62" fmla="*/ 10 w 2516"/>
                <a:gd name="T63" fmla="*/ 1981 h 3100"/>
                <a:gd name="T64" fmla="*/ 80 w 2516"/>
                <a:gd name="T65" fmla="*/ 1874 h 3100"/>
                <a:gd name="T66" fmla="*/ 132 w 2516"/>
                <a:gd name="T67" fmla="*/ 1842 h 3100"/>
                <a:gd name="T68" fmla="*/ 38 w 2516"/>
                <a:gd name="T69" fmla="*/ 1770 h 3100"/>
                <a:gd name="T70" fmla="*/ 0 w 2516"/>
                <a:gd name="T71" fmla="*/ 1636 h 3100"/>
                <a:gd name="T72" fmla="*/ 21 w 2516"/>
                <a:gd name="T73" fmla="*/ 1500 h 3100"/>
                <a:gd name="T74" fmla="*/ 85 w 2516"/>
                <a:gd name="T75" fmla="*/ 1430 h 3100"/>
                <a:gd name="T76" fmla="*/ 196 w 2516"/>
                <a:gd name="T77" fmla="*/ 1406 h 3100"/>
                <a:gd name="T78" fmla="*/ 355 w 2516"/>
                <a:gd name="T79" fmla="*/ 1409 h 3100"/>
                <a:gd name="T80" fmla="*/ 565 w 2516"/>
                <a:gd name="T81" fmla="*/ 1423 h 3100"/>
                <a:gd name="T82" fmla="*/ 824 w 2516"/>
                <a:gd name="T83" fmla="*/ 1427 h 3100"/>
                <a:gd name="T84" fmla="*/ 1067 w 2516"/>
                <a:gd name="T85" fmla="*/ 1404 h 3100"/>
                <a:gd name="T86" fmla="*/ 1271 w 2516"/>
                <a:gd name="T87" fmla="*/ 1352 h 3100"/>
                <a:gd name="T88" fmla="*/ 1418 w 2516"/>
                <a:gd name="T89" fmla="*/ 1272 h 3100"/>
                <a:gd name="T90" fmla="*/ 1487 w 2516"/>
                <a:gd name="T91" fmla="*/ 1165 h 3100"/>
                <a:gd name="T92" fmla="*/ 1487 w 2516"/>
                <a:gd name="T93" fmla="*/ 996 h 3100"/>
                <a:gd name="T94" fmla="*/ 1475 w 2516"/>
                <a:gd name="T95" fmla="*/ 778 h 3100"/>
                <a:gd name="T96" fmla="*/ 1466 w 2516"/>
                <a:gd name="T97" fmla="*/ 552 h 3100"/>
                <a:gd name="T98" fmla="*/ 1471 w 2516"/>
                <a:gd name="T99" fmla="*/ 361 h 3100"/>
                <a:gd name="T100" fmla="*/ 1495 w 2516"/>
                <a:gd name="T101" fmla="*/ 247 h 3100"/>
                <a:gd name="T102" fmla="*/ 1534 w 2516"/>
                <a:gd name="T103" fmla="*/ 172 h 3100"/>
                <a:gd name="T104" fmla="*/ 1603 w 2516"/>
                <a:gd name="T105" fmla="*/ 85 h 3100"/>
                <a:gd name="T106" fmla="*/ 1710 w 2516"/>
                <a:gd name="T107" fmla="*/ 19 h 3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16" h="3100">
                  <a:moveTo>
                    <a:pt x="1820" y="0"/>
                  </a:moveTo>
                  <a:lnTo>
                    <a:pt x="1820" y="0"/>
                  </a:lnTo>
                  <a:lnTo>
                    <a:pt x="1872" y="1"/>
                  </a:lnTo>
                  <a:lnTo>
                    <a:pt x="1921" y="5"/>
                  </a:lnTo>
                  <a:lnTo>
                    <a:pt x="1965" y="11"/>
                  </a:lnTo>
                  <a:lnTo>
                    <a:pt x="2005" y="20"/>
                  </a:lnTo>
                  <a:lnTo>
                    <a:pt x="2040" y="31"/>
                  </a:lnTo>
                  <a:lnTo>
                    <a:pt x="2071" y="45"/>
                  </a:lnTo>
                  <a:lnTo>
                    <a:pt x="2096" y="60"/>
                  </a:lnTo>
                  <a:lnTo>
                    <a:pt x="2117" y="79"/>
                  </a:lnTo>
                  <a:lnTo>
                    <a:pt x="2133" y="99"/>
                  </a:lnTo>
                  <a:lnTo>
                    <a:pt x="2143" y="122"/>
                  </a:lnTo>
                  <a:lnTo>
                    <a:pt x="2149" y="148"/>
                  </a:lnTo>
                  <a:lnTo>
                    <a:pt x="2149" y="175"/>
                  </a:lnTo>
                  <a:lnTo>
                    <a:pt x="2143" y="227"/>
                  </a:lnTo>
                  <a:lnTo>
                    <a:pt x="2136" y="276"/>
                  </a:lnTo>
                  <a:lnTo>
                    <a:pt x="2127" y="321"/>
                  </a:lnTo>
                  <a:lnTo>
                    <a:pt x="2118" y="364"/>
                  </a:lnTo>
                  <a:lnTo>
                    <a:pt x="2109" y="407"/>
                  </a:lnTo>
                  <a:lnTo>
                    <a:pt x="2098" y="448"/>
                  </a:lnTo>
                  <a:lnTo>
                    <a:pt x="2089" y="490"/>
                  </a:lnTo>
                  <a:lnTo>
                    <a:pt x="2080" y="533"/>
                  </a:lnTo>
                  <a:lnTo>
                    <a:pt x="2072" y="579"/>
                  </a:lnTo>
                  <a:lnTo>
                    <a:pt x="2066" y="628"/>
                  </a:lnTo>
                  <a:lnTo>
                    <a:pt x="2061" y="682"/>
                  </a:lnTo>
                  <a:lnTo>
                    <a:pt x="2059" y="744"/>
                  </a:lnTo>
                  <a:lnTo>
                    <a:pt x="2060" y="806"/>
                  </a:lnTo>
                  <a:lnTo>
                    <a:pt x="2067" y="867"/>
                  </a:lnTo>
                  <a:lnTo>
                    <a:pt x="2075" y="928"/>
                  </a:lnTo>
                  <a:lnTo>
                    <a:pt x="2087" y="987"/>
                  </a:lnTo>
                  <a:lnTo>
                    <a:pt x="2102" y="1046"/>
                  </a:lnTo>
                  <a:lnTo>
                    <a:pt x="2119" y="1103"/>
                  </a:lnTo>
                  <a:lnTo>
                    <a:pt x="2138" y="1160"/>
                  </a:lnTo>
                  <a:lnTo>
                    <a:pt x="2160" y="1215"/>
                  </a:lnTo>
                  <a:lnTo>
                    <a:pt x="2182" y="1268"/>
                  </a:lnTo>
                  <a:lnTo>
                    <a:pt x="2206" y="1319"/>
                  </a:lnTo>
                  <a:lnTo>
                    <a:pt x="2231" y="1368"/>
                  </a:lnTo>
                  <a:lnTo>
                    <a:pt x="2256" y="1415"/>
                  </a:lnTo>
                  <a:lnTo>
                    <a:pt x="2282" y="1460"/>
                  </a:lnTo>
                  <a:lnTo>
                    <a:pt x="2309" y="1503"/>
                  </a:lnTo>
                  <a:lnTo>
                    <a:pt x="2334" y="1543"/>
                  </a:lnTo>
                  <a:lnTo>
                    <a:pt x="2359" y="1581"/>
                  </a:lnTo>
                  <a:lnTo>
                    <a:pt x="2383" y="1615"/>
                  </a:lnTo>
                  <a:lnTo>
                    <a:pt x="2406" y="1646"/>
                  </a:lnTo>
                  <a:lnTo>
                    <a:pt x="2427" y="1675"/>
                  </a:lnTo>
                  <a:lnTo>
                    <a:pt x="2446" y="1700"/>
                  </a:lnTo>
                  <a:lnTo>
                    <a:pt x="2463" y="1722"/>
                  </a:lnTo>
                  <a:lnTo>
                    <a:pt x="2478" y="1740"/>
                  </a:lnTo>
                  <a:lnTo>
                    <a:pt x="2491" y="1754"/>
                  </a:lnTo>
                  <a:lnTo>
                    <a:pt x="2499" y="1765"/>
                  </a:lnTo>
                  <a:lnTo>
                    <a:pt x="2504" y="1771"/>
                  </a:lnTo>
                  <a:lnTo>
                    <a:pt x="2506" y="1773"/>
                  </a:lnTo>
                  <a:lnTo>
                    <a:pt x="2514" y="1791"/>
                  </a:lnTo>
                  <a:lnTo>
                    <a:pt x="2516" y="1810"/>
                  </a:lnTo>
                  <a:lnTo>
                    <a:pt x="2516" y="3021"/>
                  </a:lnTo>
                  <a:lnTo>
                    <a:pt x="2513" y="3042"/>
                  </a:lnTo>
                  <a:lnTo>
                    <a:pt x="2505" y="3062"/>
                  </a:lnTo>
                  <a:lnTo>
                    <a:pt x="2493" y="3077"/>
                  </a:lnTo>
                  <a:lnTo>
                    <a:pt x="2476" y="3090"/>
                  </a:lnTo>
                  <a:lnTo>
                    <a:pt x="2457" y="3098"/>
                  </a:lnTo>
                  <a:lnTo>
                    <a:pt x="2436" y="3100"/>
                  </a:lnTo>
                  <a:lnTo>
                    <a:pt x="935" y="3100"/>
                  </a:lnTo>
                  <a:lnTo>
                    <a:pt x="843" y="3100"/>
                  </a:lnTo>
                  <a:lnTo>
                    <a:pt x="758" y="3100"/>
                  </a:lnTo>
                  <a:lnTo>
                    <a:pt x="680" y="3100"/>
                  </a:lnTo>
                  <a:lnTo>
                    <a:pt x="608" y="3100"/>
                  </a:lnTo>
                  <a:lnTo>
                    <a:pt x="543" y="3100"/>
                  </a:lnTo>
                  <a:lnTo>
                    <a:pt x="485" y="3100"/>
                  </a:lnTo>
                  <a:lnTo>
                    <a:pt x="431" y="3100"/>
                  </a:lnTo>
                  <a:lnTo>
                    <a:pt x="383" y="3100"/>
                  </a:lnTo>
                  <a:lnTo>
                    <a:pt x="340" y="3100"/>
                  </a:lnTo>
                  <a:lnTo>
                    <a:pt x="304" y="3100"/>
                  </a:lnTo>
                  <a:lnTo>
                    <a:pt x="271" y="3100"/>
                  </a:lnTo>
                  <a:lnTo>
                    <a:pt x="243" y="3100"/>
                  </a:lnTo>
                  <a:lnTo>
                    <a:pt x="220" y="3100"/>
                  </a:lnTo>
                  <a:lnTo>
                    <a:pt x="201" y="3100"/>
                  </a:lnTo>
                  <a:lnTo>
                    <a:pt x="186" y="3100"/>
                  </a:lnTo>
                  <a:lnTo>
                    <a:pt x="175" y="3100"/>
                  </a:lnTo>
                  <a:lnTo>
                    <a:pt x="166" y="3100"/>
                  </a:lnTo>
                  <a:lnTo>
                    <a:pt x="162" y="3100"/>
                  </a:lnTo>
                  <a:lnTo>
                    <a:pt x="161" y="3100"/>
                  </a:lnTo>
                  <a:lnTo>
                    <a:pt x="132" y="3097"/>
                  </a:lnTo>
                  <a:lnTo>
                    <a:pt x="105" y="3088"/>
                  </a:lnTo>
                  <a:lnTo>
                    <a:pt x="80" y="3072"/>
                  </a:lnTo>
                  <a:lnTo>
                    <a:pt x="58" y="3051"/>
                  </a:lnTo>
                  <a:lnTo>
                    <a:pt x="38" y="3026"/>
                  </a:lnTo>
                  <a:lnTo>
                    <a:pt x="22" y="2997"/>
                  </a:lnTo>
                  <a:lnTo>
                    <a:pt x="10" y="2964"/>
                  </a:lnTo>
                  <a:lnTo>
                    <a:pt x="3" y="2929"/>
                  </a:lnTo>
                  <a:lnTo>
                    <a:pt x="0" y="2891"/>
                  </a:lnTo>
                  <a:lnTo>
                    <a:pt x="3" y="2854"/>
                  </a:lnTo>
                  <a:lnTo>
                    <a:pt x="10" y="2818"/>
                  </a:lnTo>
                  <a:lnTo>
                    <a:pt x="22" y="2785"/>
                  </a:lnTo>
                  <a:lnTo>
                    <a:pt x="38" y="2756"/>
                  </a:lnTo>
                  <a:lnTo>
                    <a:pt x="58" y="2731"/>
                  </a:lnTo>
                  <a:lnTo>
                    <a:pt x="80" y="2710"/>
                  </a:lnTo>
                  <a:lnTo>
                    <a:pt x="105" y="2695"/>
                  </a:lnTo>
                  <a:lnTo>
                    <a:pt x="132" y="2685"/>
                  </a:lnTo>
                  <a:lnTo>
                    <a:pt x="161" y="2682"/>
                  </a:lnTo>
                  <a:lnTo>
                    <a:pt x="132" y="2679"/>
                  </a:lnTo>
                  <a:lnTo>
                    <a:pt x="105" y="2669"/>
                  </a:lnTo>
                  <a:lnTo>
                    <a:pt x="80" y="2653"/>
                  </a:lnTo>
                  <a:lnTo>
                    <a:pt x="58" y="2633"/>
                  </a:lnTo>
                  <a:lnTo>
                    <a:pt x="38" y="2607"/>
                  </a:lnTo>
                  <a:lnTo>
                    <a:pt x="22" y="2578"/>
                  </a:lnTo>
                  <a:lnTo>
                    <a:pt x="10" y="2546"/>
                  </a:lnTo>
                  <a:lnTo>
                    <a:pt x="3" y="2511"/>
                  </a:lnTo>
                  <a:lnTo>
                    <a:pt x="0" y="2473"/>
                  </a:lnTo>
                  <a:lnTo>
                    <a:pt x="3" y="2435"/>
                  </a:lnTo>
                  <a:lnTo>
                    <a:pt x="10" y="2399"/>
                  </a:lnTo>
                  <a:lnTo>
                    <a:pt x="22" y="2367"/>
                  </a:lnTo>
                  <a:lnTo>
                    <a:pt x="38" y="2338"/>
                  </a:lnTo>
                  <a:lnTo>
                    <a:pt x="58" y="2313"/>
                  </a:lnTo>
                  <a:lnTo>
                    <a:pt x="80" y="2292"/>
                  </a:lnTo>
                  <a:lnTo>
                    <a:pt x="105" y="2277"/>
                  </a:lnTo>
                  <a:lnTo>
                    <a:pt x="132" y="2267"/>
                  </a:lnTo>
                  <a:lnTo>
                    <a:pt x="161" y="2263"/>
                  </a:lnTo>
                  <a:lnTo>
                    <a:pt x="132" y="2260"/>
                  </a:lnTo>
                  <a:lnTo>
                    <a:pt x="105" y="2251"/>
                  </a:lnTo>
                  <a:lnTo>
                    <a:pt x="80" y="2235"/>
                  </a:lnTo>
                  <a:lnTo>
                    <a:pt x="58" y="2214"/>
                  </a:lnTo>
                  <a:lnTo>
                    <a:pt x="38" y="2189"/>
                  </a:lnTo>
                  <a:lnTo>
                    <a:pt x="22" y="2160"/>
                  </a:lnTo>
                  <a:lnTo>
                    <a:pt x="10" y="2127"/>
                  </a:lnTo>
                  <a:lnTo>
                    <a:pt x="3" y="2091"/>
                  </a:lnTo>
                  <a:lnTo>
                    <a:pt x="0" y="2054"/>
                  </a:lnTo>
                  <a:lnTo>
                    <a:pt x="3" y="2017"/>
                  </a:lnTo>
                  <a:lnTo>
                    <a:pt x="10" y="1981"/>
                  </a:lnTo>
                  <a:lnTo>
                    <a:pt x="22" y="1949"/>
                  </a:lnTo>
                  <a:lnTo>
                    <a:pt x="38" y="1920"/>
                  </a:lnTo>
                  <a:lnTo>
                    <a:pt x="58" y="1894"/>
                  </a:lnTo>
                  <a:lnTo>
                    <a:pt x="80" y="1874"/>
                  </a:lnTo>
                  <a:lnTo>
                    <a:pt x="105" y="1858"/>
                  </a:lnTo>
                  <a:lnTo>
                    <a:pt x="132" y="1848"/>
                  </a:lnTo>
                  <a:lnTo>
                    <a:pt x="161" y="1845"/>
                  </a:lnTo>
                  <a:lnTo>
                    <a:pt x="132" y="1842"/>
                  </a:lnTo>
                  <a:lnTo>
                    <a:pt x="105" y="1831"/>
                  </a:lnTo>
                  <a:lnTo>
                    <a:pt x="80" y="1817"/>
                  </a:lnTo>
                  <a:lnTo>
                    <a:pt x="58" y="1796"/>
                  </a:lnTo>
                  <a:lnTo>
                    <a:pt x="38" y="1770"/>
                  </a:lnTo>
                  <a:lnTo>
                    <a:pt x="22" y="1741"/>
                  </a:lnTo>
                  <a:lnTo>
                    <a:pt x="10" y="1709"/>
                  </a:lnTo>
                  <a:lnTo>
                    <a:pt x="3" y="1673"/>
                  </a:lnTo>
                  <a:lnTo>
                    <a:pt x="0" y="1636"/>
                  </a:lnTo>
                  <a:lnTo>
                    <a:pt x="2" y="1594"/>
                  </a:lnTo>
                  <a:lnTo>
                    <a:pt x="5" y="1559"/>
                  </a:lnTo>
                  <a:lnTo>
                    <a:pt x="11" y="1527"/>
                  </a:lnTo>
                  <a:lnTo>
                    <a:pt x="21" y="1500"/>
                  </a:lnTo>
                  <a:lnTo>
                    <a:pt x="32" y="1477"/>
                  </a:lnTo>
                  <a:lnTo>
                    <a:pt x="47" y="1458"/>
                  </a:lnTo>
                  <a:lnTo>
                    <a:pt x="65" y="1442"/>
                  </a:lnTo>
                  <a:lnTo>
                    <a:pt x="85" y="1430"/>
                  </a:lnTo>
                  <a:lnTo>
                    <a:pt x="108" y="1420"/>
                  </a:lnTo>
                  <a:lnTo>
                    <a:pt x="134" y="1413"/>
                  </a:lnTo>
                  <a:lnTo>
                    <a:pt x="163" y="1408"/>
                  </a:lnTo>
                  <a:lnTo>
                    <a:pt x="196" y="1406"/>
                  </a:lnTo>
                  <a:lnTo>
                    <a:pt x="230" y="1405"/>
                  </a:lnTo>
                  <a:lnTo>
                    <a:pt x="269" y="1405"/>
                  </a:lnTo>
                  <a:lnTo>
                    <a:pt x="310" y="1407"/>
                  </a:lnTo>
                  <a:lnTo>
                    <a:pt x="355" y="1409"/>
                  </a:lnTo>
                  <a:lnTo>
                    <a:pt x="403" y="1413"/>
                  </a:lnTo>
                  <a:lnTo>
                    <a:pt x="453" y="1416"/>
                  </a:lnTo>
                  <a:lnTo>
                    <a:pt x="508" y="1420"/>
                  </a:lnTo>
                  <a:lnTo>
                    <a:pt x="565" y="1423"/>
                  </a:lnTo>
                  <a:lnTo>
                    <a:pt x="627" y="1426"/>
                  </a:lnTo>
                  <a:lnTo>
                    <a:pt x="692" y="1428"/>
                  </a:lnTo>
                  <a:lnTo>
                    <a:pt x="760" y="1428"/>
                  </a:lnTo>
                  <a:lnTo>
                    <a:pt x="824" y="1427"/>
                  </a:lnTo>
                  <a:lnTo>
                    <a:pt x="888" y="1424"/>
                  </a:lnTo>
                  <a:lnTo>
                    <a:pt x="950" y="1420"/>
                  </a:lnTo>
                  <a:lnTo>
                    <a:pt x="1009" y="1412"/>
                  </a:lnTo>
                  <a:lnTo>
                    <a:pt x="1067" y="1404"/>
                  </a:lnTo>
                  <a:lnTo>
                    <a:pt x="1122" y="1394"/>
                  </a:lnTo>
                  <a:lnTo>
                    <a:pt x="1175" y="1381"/>
                  </a:lnTo>
                  <a:lnTo>
                    <a:pt x="1225" y="1368"/>
                  </a:lnTo>
                  <a:lnTo>
                    <a:pt x="1271" y="1352"/>
                  </a:lnTo>
                  <a:lnTo>
                    <a:pt x="1314" y="1334"/>
                  </a:lnTo>
                  <a:lnTo>
                    <a:pt x="1353" y="1316"/>
                  </a:lnTo>
                  <a:lnTo>
                    <a:pt x="1387" y="1295"/>
                  </a:lnTo>
                  <a:lnTo>
                    <a:pt x="1418" y="1272"/>
                  </a:lnTo>
                  <a:lnTo>
                    <a:pt x="1443" y="1248"/>
                  </a:lnTo>
                  <a:lnTo>
                    <a:pt x="1463" y="1222"/>
                  </a:lnTo>
                  <a:lnTo>
                    <a:pt x="1478" y="1194"/>
                  </a:lnTo>
                  <a:lnTo>
                    <a:pt x="1487" y="1165"/>
                  </a:lnTo>
                  <a:lnTo>
                    <a:pt x="1490" y="1135"/>
                  </a:lnTo>
                  <a:lnTo>
                    <a:pt x="1490" y="1092"/>
                  </a:lnTo>
                  <a:lnTo>
                    <a:pt x="1488" y="1046"/>
                  </a:lnTo>
                  <a:lnTo>
                    <a:pt x="1487" y="996"/>
                  </a:lnTo>
                  <a:lnTo>
                    <a:pt x="1484" y="944"/>
                  </a:lnTo>
                  <a:lnTo>
                    <a:pt x="1480" y="890"/>
                  </a:lnTo>
                  <a:lnTo>
                    <a:pt x="1478" y="834"/>
                  </a:lnTo>
                  <a:lnTo>
                    <a:pt x="1475" y="778"/>
                  </a:lnTo>
                  <a:lnTo>
                    <a:pt x="1472" y="721"/>
                  </a:lnTo>
                  <a:lnTo>
                    <a:pt x="1470" y="663"/>
                  </a:lnTo>
                  <a:lnTo>
                    <a:pt x="1468" y="607"/>
                  </a:lnTo>
                  <a:lnTo>
                    <a:pt x="1466" y="552"/>
                  </a:lnTo>
                  <a:lnTo>
                    <a:pt x="1466" y="500"/>
                  </a:lnTo>
                  <a:lnTo>
                    <a:pt x="1467" y="450"/>
                  </a:lnTo>
                  <a:lnTo>
                    <a:pt x="1468" y="403"/>
                  </a:lnTo>
                  <a:lnTo>
                    <a:pt x="1471" y="361"/>
                  </a:lnTo>
                  <a:lnTo>
                    <a:pt x="1475" y="322"/>
                  </a:lnTo>
                  <a:lnTo>
                    <a:pt x="1481" y="289"/>
                  </a:lnTo>
                  <a:lnTo>
                    <a:pt x="1490" y="262"/>
                  </a:lnTo>
                  <a:lnTo>
                    <a:pt x="1495" y="247"/>
                  </a:lnTo>
                  <a:lnTo>
                    <a:pt x="1502" y="232"/>
                  </a:lnTo>
                  <a:lnTo>
                    <a:pt x="1511" y="213"/>
                  </a:lnTo>
                  <a:lnTo>
                    <a:pt x="1521" y="192"/>
                  </a:lnTo>
                  <a:lnTo>
                    <a:pt x="1534" y="172"/>
                  </a:lnTo>
                  <a:lnTo>
                    <a:pt x="1547" y="150"/>
                  </a:lnTo>
                  <a:lnTo>
                    <a:pt x="1563" y="128"/>
                  </a:lnTo>
                  <a:lnTo>
                    <a:pt x="1582" y="106"/>
                  </a:lnTo>
                  <a:lnTo>
                    <a:pt x="1603" y="85"/>
                  </a:lnTo>
                  <a:lnTo>
                    <a:pt x="1626" y="65"/>
                  </a:lnTo>
                  <a:lnTo>
                    <a:pt x="1651" y="48"/>
                  </a:lnTo>
                  <a:lnTo>
                    <a:pt x="1679" y="31"/>
                  </a:lnTo>
                  <a:lnTo>
                    <a:pt x="1710" y="19"/>
                  </a:lnTo>
                  <a:lnTo>
                    <a:pt x="1743" y="8"/>
                  </a:lnTo>
                  <a:lnTo>
                    <a:pt x="1780" y="2"/>
                  </a:lnTo>
                  <a:lnTo>
                    <a:pt x="182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9" name="Group 845">
            <a:extLst>
              <a:ext uri="{FF2B5EF4-FFF2-40B4-BE49-F238E27FC236}">
                <a16:creationId xmlns:a16="http://schemas.microsoft.com/office/drawing/2014/main" id="{DEFBEC4A-FADA-9A7E-6877-25859B507ECB}"/>
              </a:ext>
            </a:extLst>
          </p:cNvPr>
          <p:cNvGrpSpPr/>
          <p:nvPr/>
        </p:nvGrpSpPr>
        <p:grpSpPr>
          <a:xfrm>
            <a:off x="10905506" y="2938503"/>
            <a:ext cx="832052" cy="762070"/>
            <a:chOff x="5405438" y="3124200"/>
            <a:chExt cx="447675" cy="496888"/>
          </a:xfrm>
          <a:solidFill>
            <a:schemeClr val="tx2"/>
          </a:solidFill>
        </p:grpSpPr>
        <p:sp>
          <p:nvSpPr>
            <p:cNvPr id="40" name="Freeform 321">
              <a:extLst>
                <a:ext uri="{FF2B5EF4-FFF2-40B4-BE49-F238E27FC236}">
                  <a16:creationId xmlns:a16="http://schemas.microsoft.com/office/drawing/2014/main" id="{F44F894C-F1E8-DC3E-544B-A615BE25B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3226" y="3124200"/>
              <a:ext cx="165100" cy="165100"/>
            </a:xfrm>
            <a:custGeom>
              <a:avLst/>
              <a:gdLst>
                <a:gd name="T0" fmla="*/ 628 w 1141"/>
                <a:gd name="T1" fmla="*/ 2 h 1142"/>
                <a:gd name="T2" fmla="*/ 740 w 1141"/>
                <a:gd name="T3" fmla="*/ 25 h 1142"/>
                <a:gd name="T4" fmla="*/ 842 w 1141"/>
                <a:gd name="T5" fmla="*/ 68 h 1142"/>
                <a:gd name="T6" fmla="*/ 933 w 1141"/>
                <a:gd name="T7" fmla="*/ 130 h 1142"/>
                <a:gd name="T8" fmla="*/ 1010 w 1141"/>
                <a:gd name="T9" fmla="*/ 207 h 1142"/>
                <a:gd name="T10" fmla="*/ 1072 w 1141"/>
                <a:gd name="T11" fmla="*/ 299 h 1142"/>
                <a:gd name="T12" fmla="*/ 1114 w 1141"/>
                <a:gd name="T13" fmla="*/ 401 h 1142"/>
                <a:gd name="T14" fmla="*/ 1137 w 1141"/>
                <a:gd name="T15" fmla="*/ 512 h 1142"/>
                <a:gd name="T16" fmla="*/ 1137 w 1141"/>
                <a:gd name="T17" fmla="*/ 629 h 1142"/>
                <a:gd name="T18" fmla="*/ 1114 w 1141"/>
                <a:gd name="T19" fmla="*/ 740 h 1142"/>
                <a:gd name="T20" fmla="*/ 1072 w 1141"/>
                <a:gd name="T21" fmla="*/ 843 h 1142"/>
                <a:gd name="T22" fmla="*/ 1010 w 1141"/>
                <a:gd name="T23" fmla="*/ 934 h 1142"/>
                <a:gd name="T24" fmla="*/ 933 w 1141"/>
                <a:gd name="T25" fmla="*/ 1011 h 1142"/>
                <a:gd name="T26" fmla="*/ 842 w 1141"/>
                <a:gd name="T27" fmla="*/ 1073 h 1142"/>
                <a:gd name="T28" fmla="*/ 740 w 1141"/>
                <a:gd name="T29" fmla="*/ 1116 h 1142"/>
                <a:gd name="T30" fmla="*/ 628 w 1141"/>
                <a:gd name="T31" fmla="*/ 1139 h 1142"/>
                <a:gd name="T32" fmla="*/ 512 w 1141"/>
                <a:gd name="T33" fmla="*/ 1139 h 1142"/>
                <a:gd name="T34" fmla="*/ 402 w 1141"/>
                <a:gd name="T35" fmla="*/ 1116 h 1142"/>
                <a:gd name="T36" fmla="*/ 299 w 1141"/>
                <a:gd name="T37" fmla="*/ 1073 h 1142"/>
                <a:gd name="T38" fmla="*/ 208 w 1141"/>
                <a:gd name="T39" fmla="*/ 1011 h 1142"/>
                <a:gd name="T40" fmla="*/ 131 w 1141"/>
                <a:gd name="T41" fmla="*/ 934 h 1142"/>
                <a:gd name="T42" fmla="*/ 69 w 1141"/>
                <a:gd name="T43" fmla="*/ 843 h 1142"/>
                <a:gd name="T44" fmla="*/ 26 w 1141"/>
                <a:gd name="T45" fmla="*/ 740 h 1142"/>
                <a:gd name="T46" fmla="*/ 3 w 1141"/>
                <a:gd name="T47" fmla="*/ 629 h 1142"/>
                <a:gd name="T48" fmla="*/ 3 w 1141"/>
                <a:gd name="T49" fmla="*/ 512 h 1142"/>
                <a:gd name="T50" fmla="*/ 26 w 1141"/>
                <a:gd name="T51" fmla="*/ 401 h 1142"/>
                <a:gd name="T52" fmla="*/ 69 w 1141"/>
                <a:gd name="T53" fmla="*/ 299 h 1142"/>
                <a:gd name="T54" fmla="*/ 131 w 1141"/>
                <a:gd name="T55" fmla="*/ 207 h 1142"/>
                <a:gd name="T56" fmla="*/ 208 w 1141"/>
                <a:gd name="T57" fmla="*/ 130 h 1142"/>
                <a:gd name="T58" fmla="*/ 299 w 1141"/>
                <a:gd name="T59" fmla="*/ 68 h 1142"/>
                <a:gd name="T60" fmla="*/ 402 w 1141"/>
                <a:gd name="T61" fmla="*/ 25 h 1142"/>
                <a:gd name="T62" fmla="*/ 512 w 1141"/>
                <a:gd name="T63" fmla="*/ 2 h 1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41" h="1142">
                  <a:moveTo>
                    <a:pt x="571" y="0"/>
                  </a:moveTo>
                  <a:lnTo>
                    <a:pt x="628" y="2"/>
                  </a:lnTo>
                  <a:lnTo>
                    <a:pt x="685" y="12"/>
                  </a:lnTo>
                  <a:lnTo>
                    <a:pt x="740" y="25"/>
                  </a:lnTo>
                  <a:lnTo>
                    <a:pt x="793" y="44"/>
                  </a:lnTo>
                  <a:lnTo>
                    <a:pt x="842" y="68"/>
                  </a:lnTo>
                  <a:lnTo>
                    <a:pt x="889" y="98"/>
                  </a:lnTo>
                  <a:lnTo>
                    <a:pt x="933" y="130"/>
                  </a:lnTo>
                  <a:lnTo>
                    <a:pt x="973" y="167"/>
                  </a:lnTo>
                  <a:lnTo>
                    <a:pt x="1010" y="207"/>
                  </a:lnTo>
                  <a:lnTo>
                    <a:pt x="1043" y="251"/>
                  </a:lnTo>
                  <a:lnTo>
                    <a:pt x="1072" y="299"/>
                  </a:lnTo>
                  <a:lnTo>
                    <a:pt x="1096" y="349"/>
                  </a:lnTo>
                  <a:lnTo>
                    <a:pt x="1114" y="401"/>
                  </a:lnTo>
                  <a:lnTo>
                    <a:pt x="1129" y="456"/>
                  </a:lnTo>
                  <a:lnTo>
                    <a:pt x="1137" y="512"/>
                  </a:lnTo>
                  <a:lnTo>
                    <a:pt x="1141" y="571"/>
                  </a:lnTo>
                  <a:lnTo>
                    <a:pt x="1137" y="629"/>
                  </a:lnTo>
                  <a:lnTo>
                    <a:pt x="1129" y="686"/>
                  </a:lnTo>
                  <a:lnTo>
                    <a:pt x="1114" y="740"/>
                  </a:lnTo>
                  <a:lnTo>
                    <a:pt x="1096" y="793"/>
                  </a:lnTo>
                  <a:lnTo>
                    <a:pt x="1072" y="843"/>
                  </a:lnTo>
                  <a:lnTo>
                    <a:pt x="1043" y="890"/>
                  </a:lnTo>
                  <a:lnTo>
                    <a:pt x="1010" y="934"/>
                  </a:lnTo>
                  <a:lnTo>
                    <a:pt x="973" y="975"/>
                  </a:lnTo>
                  <a:lnTo>
                    <a:pt x="933" y="1011"/>
                  </a:lnTo>
                  <a:lnTo>
                    <a:pt x="889" y="1044"/>
                  </a:lnTo>
                  <a:lnTo>
                    <a:pt x="842" y="1073"/>
                  </a:lnTo>
                  <a:lnTo>
                    <a:pt x="793" y="1097"/>
                  </a:lnTo>
                  <a:lnTo>
                    <a:pt x="740" y="1116"/>
                  </a:lnTo>
                  <a:lnTo>
                    <a:pt x="685" y="1130"/>
                  </a:lnTo>
                  <a:lnTo>
                    <a:pt x="628" y="1139"/>
                  </a:lnTo>
                  <a:lnTo>
                    <a:pt x="571" y="1142"/>
                  </a:lnTo>
                  <a:lnTo>
                    <a:pt x="512" y="1139"/>
                  </a:lnTo>
                  <a:lnTo>
                    <a:pt x="456" y="1130"/>
                  </a:lnTo>
                  <a:lnTo>
                    <a:pt x="402" y="1116"/>
                  </a:lnTo>
                  <a:lnTo>
                    <a:pt x="348" y="1097"/>
                  </a:lnTo>
                  <a:lnTo>
                    <a:pt x="299" y="1073"/>
                  </a:lnTo>
                  <a:lnTo>
                    <a:pt x="252" y="1044"/>
                  </a:lnTo>
                  <a:lnTo>
                    <a:pt x="208" y="1011"/>
                  </a:lnTo>
                  <a:lnTo>
                    <a:pt x="168" y="975"/>
                  </a:lnTo>
                  <a:lnTo>
                    <a:pt x="131" y="934"/>
                  </a:lnTo>
                  <a:lnTo>
                    <a:pt x="98" y="890"/>
                  </a:lnTo>
                  <a:lnTo>
                    <a:pt x="69" y="843"/>
                  </a:lnTo>
                  <a:lnTo>
                    <a:pt x="45" y="793"/>
                  </a:lnTo>
                  <a:lnTo>
                    <a:pt x="26" y="740"/>
                  </a:lnTo>
                  <a:lnTo>
                    <a:pt x="12" y="686"/>
                  </a:lnTo>
                  <a:lnTo>
                    <a:pt x="3" y="629"/>
                  </a:lnTo>
                  <a:lnTo>
                    <a:pt x="0" y="571"/>
                  </a:lnTo>
                  <a:lnTo>
                    <a:pt x="3" y="512"/>
                  </a:lnTo>
                  <a:lnTo>
                    <a:pt x="12" y="456"/>
                  </a:lnTo>
                  <a:lnTo>
                    <a:pt x="26" y="401"/>
                  </a:lnTo>
                  <a:lnTo>
                    <a:pt x="45" y="349"/>
                  </a:lnTo>
                  <a:lnTo>
                    <a:pt x="69" y="299"/>
                  </a:lnTo>
                  <a:lnTo>
                    <a:pt x="98" y="251"/>
                  </a:lnTo>
                  <a:lnTo>
                    <a:pt x="131" y="207"/>
                  </a:lnTo>
                  <a:lnTo>
                    <a:pt x="168" y="167"/>
                  </a:lnTo>
                  <a:lnTo>
                    <a:pt x="208" y="130"/>
                  </a:lnTo>
                  <a:lnTo>
                    <a:pt x="252" y="98"/>
                  </a:lnTo>
                  <a:lnTo>
                    <a:pt x="299" y="68"/>
                  </a:lnTo>
                  <a:lnTo>
                    <a:pt x="348" y="44"/>
                  </a:lnTo>
                  <a:lnTo>
                    <a:pt x="402" y="25"/>
                  </a:lnTo>
                  <a:lnTo>
                    <a:pt x="456" y="12"/>
                  </a:lnTo>
                  <a:lnTo>
                    <a:pt x="512" y="2"/>
                  </a:lnTo>
                  <a:lnTo>
                    <a:pt x="57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322">
              <a:extLst>
                <a:ext uri="{FF2B5EF4-FFF2-40B4-BE49-F238E27FC236}">
                  <a16:creationId xmlns:a16="http://schemas.microsoft.com/office/drawing/2014/main" id="{DFAE274C-2CE6-3D1F-AD6B-BF9A5811B9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65788" y="3433763"/>
              <a:ext cx="187325" cy="187325"/>
            </a:xfrm>
            <a:custGeom>
              <a:avLst/>
              <a:gdLst>
                <a:gd name="T0" fmla="*/ 940 w 1290"/>
                <a:gd name="T1" fmla="*/ 328 h 1291"/>
                <a:gd name="T2" fmla="*/ 901 w 1290"/>
                <a:gd name="T3" fmla="*/ 344 h 1291"/>
                <a:gd name="T4" fmla="*/ 539 w 1290"/>
                <a:gd name="T5" fmla="*/ 703 h 1291"/>
                <a:gd name="T6" fmla="*/ 389 w 1290"/>
                <a:gd name="T7" fmla="*/ 555 h 1291"/>
                <a:gd name="T8" fmla="*/ 349 w 1290"/>
                <a:gd name="T9" fmla="*/ 539 h 1291"/>
                <a:gd name="T10" fmla="*/ 308 w 1290"/>
                <a:gd name="T11" fmla="*/ 539 h 1291"/>
                <a:gd name="T12" fmla="*/ 269 w 1290"/>
                <a:gd name="T13" fmla="*/ 555 h 1291"/>
                <a:gd name="T14" fmla="*/ 238 w 1290"/>
                <a:gd name="T15" fmla="*/ 586 h 1291"/>
                <a:gd name="T16" fmla="*/ 223 w 1290"/>
                <a:gd name="T17" fmla="*/ 626 h 1291"/>
                <a:gd name="T18" fmla="*/ 223 w 1290"/>
                <a:gd name="T19" fmla="*/ 666 h 1291"/>
                <a:gd name="T20" fmla="*/ 238 w 1290"/>
                <a:gd name="T21" fmla="*/ 705 h 1291"/>
                <a:gd name="T22" fmla="*/ 463 w 1290"/>
                <a:gd name="T23" fmla="*/ 933 h 1291"/>
                <a:gd name="T24" fmla="*/ 499 w 1290"/>
                <a:gd name="T25" fmla="*/ 957 h 1291"/>
                <a:gd name="T26" fmla="*/ 539 w 1290"/>
                <a:gd name="T27" fmla="*/ 966 h 1291"/>
                <a:gd name="T28" fmla="*/ 580 w 1290"/>
                <a:gd name="T29" fmla="*/ 957 h 1291"/>
                <a:gd name="T30" fmla="*/ 617 w 1290"/>
                <a:gd name="T31" fmla="*/ 933 h 1291"/>
                <a:gd name="T32" fmla="*/ 1052 w 1290"/>
                <a:gd name="T33" fmla="*/ 495 h 1291"/>
                <a:gd name="T34" fmla="*/ 1067 w 1290"/>
                <a:gd name="T35" fmla="*/ 456 h 1291"/>
                <a:gd name="T36" fmla="*/ 1067 w 1290"/>
                <a:gd name="T37" fmla="*/ 414 h 1291"/>
                <a:gd name="T38" fmla="*/ 1052 w 1290"/>
                <a:gd name="T39" fmla="*/ 375 h 1291"/>
                <a:gd name="T40" fmla="*/ 1020 w 1290"/>
                <a:gd name="T41" fmla="*/ 344 h 1291"/>
                <a:gd name="T42" fmla="*/ 982 w 1290"/>
                <a:gd name="T43" fmla="*/ 328 h 1291"/>
                <a:gd name="T44" fmla="*/ 645 w 1290"/>
                <a:gd name="T45" fmla="*/ 0 h 1291"/>
                <a:gd name="T46" fmla="*/ 775 w 1290"/>
                <a:gd name="T47" fmla="*/ 13 h 1291"/>
                <a:gd name="T48" fmla="*/ 896 w 1290"/>
                <a:gd name="T49" fmla="*/ 51 h 1291"/>
                <a:gd name="T50" fmla="*/ 1006 w 1290"/>
                <a:gd name="T51" fmla="*/ 111 h 1291"/>
                <a:gd name="T52" fmla="*/ 1101 w 1290"/>
                <a:gd name="T53" fmla="*/ 189 h 1291"/>
                <a:gd name="T54" fmla="*/ 1179 w 1290"/>
                <a:gd name="T55" fmla="*/ 285 h 1291"/>
                <a:gd name="T56" fmla="*/ 1239 w 1290"/>
                <a:gd name="T57" fmla="*/ 394 h 1291"/>
                <a:gd name="T58" fmla="*/ 1276 w 1290"/>
                <a:gd name="T59" fmla="*/ 516 h 1291"/>
                <a:gd name="T60" fmla="*/ 1290 w 1290"/>
                <a:gd name="T61" fmla="*/ 646 h 1291"/>
                <a:gd name="T62" fmla="*/ 1276 w 1290"/>
                <a:gd name="T63" fmla="*/ 775 h 1291"/>
                <a:gd name="T64" fmla="*/ 1239 w 1290"/>
                <a:gd name="T65" fmla="*/ 897 h 1291"/>
                <a:gd name="T66" fmla="*/ 1179 w 1290"/>
                <a:gd name="T67" fmla="*/ 1007 h 1291"/>
                <a:gd name="T68" fmla="*/ 1101 w 1290"/>
                <a:gd name="T69" fmla="*/ 1102 h 1291"/>
                <a:gd name="T70" fmla="*/ 1006 w 1290"/>
                <a:gd name="T71" fmla="*/ 1181 h 1291"/>
                <a:gd name="T72" fmla="*/ 896 w 1290"/>
                <a:gd name="T73" fmla="*/ 1241 h 1291"/>
                <a:gd name="T74" fmla="*/ 775 w 1290"/>
                <a:gd name="T75" fmla="*/ 1279 h 1291"/>
                <a:gd name="T76" fmla="*/ 645 w 1290"/>
                <a:gd name="T77" fmla="*/ 1291 h 1291"/>
                <a:gd name="T78" fmla="*/ 515 w 1290"/>
                <a:gd name="T79" fmla="*/ 1279 h 1291"/>
                <a:gd name="T80" fmla="*/ 394 w 1290"/>
                <a:gd name="T81" fmla="*/ 1241 h 1291"/>
                <a:gd name="T82" fmla="*/ 284 w 1290"/>
                <a:gd name="T83" fmla="*/ 1181 h 1291"/>
                <a:gd name="T84" fmla="*/ 189 w 1290"/>
                <a:gd name="T85" fmla="*/ 1102 h 1291"/>
                <a:gd name="T86" fmla="*/ 110 w 1290"/>
                <a:gd name="T87" fmla="*/ 1007 h 1291"/>
                <a:gd name="T88" fmla="*/ 51 w 1290"/>
                <a:gd name="T89" fmla="*/ 897 h 1291"/>
                <a:gd name="T90" fmla="*/ 14 w 1290"/>
                <a:gd name="T91" fmla="*/ 775 h 1291"/>
                <a:gd name="T92" fmla="*/ 0 w 1290"/>
                <a:gd name="T93" fmla="*/ 646 h 1291"/>
                <a:gd name="T94" fmla="*/ 14 w 1290"/>
                <a:gd name="T95" fmla="*/ 516 h 1291"/>
                <a:gd name="T96" fmla="*/ 51 w 1290"/>
                <a:gd name="T97" fmla="*/ 394 h 1291"/>
                <a:gd name="T98" fmla="*/ 110 w 1290"/>
                <a:gd name="T99" fmla="*/ 285 h 1291"/>
                <a:gd name="T100" fmla="*/ 189 w 1290"/>
                <a:gd name="T101" fmla="*/ 189 h 1291"/>
                <a:gd name="T102" fmla="*/ 284 w 1290"/>
                <a:gd name="T103" fmla="*/ 111 h 1291"/>
                <a:gd name="T104" fmla="*/ 394 w 1290"/>
                <a:gd name="T105" fmla="*/ 51 h 1291"/>
                <a:gd name="T106" fmla="*/ 515 w 1290"/>
                <a:gd name="T107" fmla="*/ 13 h 1291"/>
                <a:gd name="T108" fmla="*/ 645 w 1290"/>
                <a:gd name="T109" fmla="*/ 0 h 1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290" h="1291">
                  <a:moveTo>
                    <a:pt x="961" y="326"/>
                  </a:moveTo>
                  <a:lnTo>
                    <a:pt x="940" y="328"/>
                  </a:lnTo>
                  <a:lnTo>
                    <a:pt x="920" y="335"/>
                  </a:lnTo>
                  <a:lnTo>
                    <a:pt x="901" y="344"/>
                  </a:lnTo>
                  <a:lnTo>
                    <a:pt x="884" y="358"/>
                  </a:lnTo>
                  <a:lnTo>
                    <a:pt x="539" y="703"/>
                  </a:lnTo>
                  <a:lnTo>
                    <a:pt x="406" y="569"/>
                  </a:lnTo>
                  <a:lnTo>
                    <a:pt x="389" y="555"/>
                  </a:lnTo>
                  <a:lnTo>
                    <a:pt x="370" y="545"/>
                  </a:lnTo>
                  <a:lnTo>
                    <a:pt x="349" y="539"/>
                  </a:lnTo>
                  <a:lnTo>
                    <a:pt x="329" y="537"/>
                  </a:lnTo>
                  <a:lnTo>
                    <a:pt x="308" y="539"/>
                  </a:lnTo>
                  <a:lnTo>
                    <a:pt x="288" y="545"/>
                  </a:lnTo>
                  <a:lnTo>
                    <a:pt x="269" y="555"/>
                  </a:lnTo>
                  <a:lnTo>
                    <a:pt x="252" y="569"/>
                  </a:lnTo>
                  <a:lnTo>
                    <a:pt x="238" y="586"/>
                  </a:lnTo>
                  <a:lnTo>
                    <a:pt x="228" y="605"/>
                  </a:lnTo>
                  <a:lnTo>
                    <a:pt x="223" y="626"/>
                  </a:lnTo>
                  <a:lnTo>
                    <a:pt x="221" y="646"/>
                  </a:lnTo>
                  <a:lnTo>
                    <a:pt x="223" y="666"/>
                  </a:lnTo>
                  <a:lnTo>
                    <a:pt x="228" y="686"/>
                  </a:lnTo>
                  <a:lnTo>
                    <a:pt x="238" y="705"/>
                  </a:lnTo>
                  <a:lnTo>
                    <a:pt x="252" y="723"/>
                  </a:lnTo>
                  <a:lnTo>
                    <a:pt x="463" y="933"/>
                  </a:lnTo>
                  <a:lnTo>
                    <a:pt x="480" y="948"/>
                  </a:lnTo>
                  <a:lnTo>
                    <a:pt x="499" y="957"/>
                  </a:lnTo>
                  <a:lnTo>
                    <a:pt x="519" y="964"/>
                  </a:lnTo>
                  <a:lnTo>
                    <a:pt x="539" y="966"/>
                  </a:lnTo>
                  <a:lnTo>
                    <a:pt x="560" y="964"/>
                  </a:lnTo>
                  <a:lnTo>
                    <a:pt x="580" y="957"/>
                  </a:lnTo>
                  <a:lnTo>
                    <a:pt x="599" y="948"/>
                  </a:lnTo>
                  <a:lnTo>
                    <a:pt x="617" y="933"/>
                  </a:lnTo>
                  <a:lnTo>
                    <a:pt x="1038" y="512"/>
                  </a:lnTo>
                  <a:lnTo>
                    <a:pt x="1052" y="495"/>
                  </a:lnTo>
                  <a:lnTo>
                    <a:pt x="1061" y="476"/>
                  </a:lnTo>
                  <a:lnTo>
                    <a:pt x="1067" y="456"/>
                  </a:lnTo>
                  <a:lnTo>
                    <a:pt x="1069" y="435"/>
                  </a:lnTo>
                  <a:lnTo>
                    <a:pt x="1067" y="414"/>
                  </a:lnTo>
                  <a:lnTo>
                    <a:pt x="1061" y="394"/>
                  </a:lnTo>
                  <a:lnTo>
                    <a:pt x="1052" y="375"/>
                  </a:lnTo>
                  <a:lnTo>
                    <a:pt x="1038" y="358"/>
                  </a:lnTo>
                  <a:lnTo>
                    <a:pt x="1020" y="344"/>
                  </a:lnTo>
                  <a:lnTo>
                    <a:pt x="1001" y="335"/>
                  </a:lnTo>
                  <a:lnTo>
                    <a:pt x="982" y="328"/>
                  </a:lnTo>
                  <a:lnTo>
                    <a:pt x="961" y="326"/>
                  </a:lnTo>
                  <a:close/>
                  <a:moveTo>
                    <a:pt x="645" y="0"/>
                  </a:moveTo>
                  <a:lnTo>
                    <a:pt x="711" y="4"/>
                  </a:lnTo>
                  <a:lnTo>
                    <a:pt x="775" y="13"/>
                  </a:lnTo>
                  <a:lnTo>
                    <a:pt x="836" y="29"/>
                  </a:lnTo>
                  <a:lnTo>
                    <a:pt x="896" y="51"/>
                  </a:lnTo>
                  <a:lnTo>
                    <a:pt x="952" y="78"/>
                  </a:lnTo>
                  <a:lnTo>
                    <a:pt x="1006" y="111"/>
                  </a:lnTo>
                  <a:lnTo>
                    <a:pt x="1055" y="147"/>
                  </a:lnTo>
                  <a:lnTo>
                    <a:pt x="1101" y="189"/>
                  </a:lnTo>
                  <a:lnTo>
                    <a:pt x="1142" y="235"/>
                  </a:lnTo>
                  <a:lnTo>
                    <a:pt x="1179" y="285"/>
                  </a:lnTo>
                  <a:lnTo>
                    <a:pt x="1211" y="339"/>
                  </a:lnTo>
                  <a:lnTo>
                    <a:pt x="1239" y="394"/>
                  </a:lnTo>
                  <a:lnTo>
                    <a:pt x="1261" y="454"/>
                  </a:lnTo>
                  <a:lnTo>
                    <a:pt x="1276" y="516"/>
                  </a:lnTo>
                  <a:lnTo>
                    <a:pt x="1287" y="580"/>
                  </a:lnTo>
                  <a:lnTo>
                    <a:pt x="1290" y="646"/>
                  </a:lnTo>
                  <a:lnTo>
                    <a:pt x="1287" y="711"/>
                  </a:lnTo>
                  <a:lnTo>
                    <a:pt x="1276" y="775"/>
                  </a:lnTo>
                  <a:lnTo>
                    <a:pt x="1261" y="838"/>
                  </a:lnTo>
                  <a:lnTo>
                    <a:pt x="1239" y="897"/>
                  </a:lnTo>
                  <a:lnTo>
                    <a:pt x="1211" y="953"/>
                  </a:lnTo>
                  <a:lnTo>
                    <a:pt x="1179" y="1007"/>
                  </a:lnTo>
                  <a:lnTo>
                    <a:pt x="1142" y="1056"/>
                  </a:lnTo>
                  <a:lnTo>
                    <a:pt x="1101" y="1102"/>
                  </a:lnTo>
                  <a:lnTo>
                    <a:pt x="1055" y="1144"/>
                  </a:lnTo>
                  <a:lnTo>
                    <a:pt x="1006" y="1181"/>
                  </a:lnTo>
                  <a:lnTo>
                    <a:pt x="952" y="1214"/>
                  </a:lnTo>
                  <a:lnTo>
                    <a:pt x="896" y="1241"/>
                  </a:lnTo>
                  <a:lnTo>
                    <a:pt x="836" y="1262"/>
                  </a:lnTo>
                  <a:lnTo>
                    <a:pt x="775" y="1279"/>
                  </a:lnTo>
                  <a:lnTo>
                    <a:pt x="711" y="1288"/>
                  </a:lnTo>
                  <a:lnTo>
                    <a:pt x="645" y="1291"/>
                  </a:lnTo>
                  <a:lnTo>
                    <a:pt x="579" y="1288"/>
                  </a:lnTo>
                  <a:lnTo>
                    <a:pt x="515" y="1279"/>
                  </a:lnTo>
                  <a:lnTo>
                    <a:pt x="454" y="1262"/>
                  </a:lnTo>
                  <a:lnTo>
                    <a:pt x="394" y="1241"/>
                  </a:lnTo>
                  <a:lnTo>
                    <a:pt x="338" y="1214"/>
                  </a:lnTo>
                  <a:lnTo>
                    <a:pt x="284" y="1181"/>
                  </a:lnTo>
                  <a:lnTo>
                    <a:pt x="235" y="1144"/>
                  </a:lnTo>
                  <a:lnTo>
                    <a:pt x="189" y="1102"/>
                  </a:lnTo>
                  <a:lnTo>
                    <a:pt x="147" y="1056"/>
                  </a:lnTo>
                  <a:lnTo>
                    <a:pt x="110" y="1007"/>
                  </a:lnTo>
                  <a:lnTo>
                    <a:pt x="78" y="953"/>
                  </a:lnTo>
                  <a:lnTo>
                    <a:pt x="51" y="897"/>
                  </a:lnTo>
                  <a:lnTo>
                    <a:pt x="29" y="838"/>
                  </a:lnTo>
                  <a:lnTo>
                    <a:pt x="14" y="775"/>
                  </a:lnTo>
                  <a:lnTo>
                    <a:pt x="3" y="711"/>
                  </a:lnTo>
                  <a:lnTo>
                    <a:pt x="0" y="646"/>
                  </a:lnTo>
                  <a:lnTo>
                    <a:pt x="3" y="580"/>
                  </a:lnTo>
                  <a:lnTo>
                    <a:pt x="14" y="516"/>
                  </a:lnTo>
                  <a:lnTo>
                    <a:pt x="29" y="454"/>
                  </a:lnTo>
                  <a:lnTo>
                    <a:pt x="51" y="394"/>
                  </a:lnTo>
                  <a:lnTo>
                    <a:pt x="78" y="339"/>
                  </a:lnTo>
                  <a:lnTo>
                    <a:pt x="110" y="285"/>
                  </a:lnTo>
                  <a:lnTo>
                    <a:pt x="147" y="235"/>
                  </a:lnTo>
                  <a:lnTo>
                    <a:pt x="189" y="189"/>
                  </a:lnTo>
                  <a:lnTo>
                    <a:pt x="235" y="147"/>
                  </a:lnTo>
                  <a:lnTo>
                    <a:pt x="284" y="111"/>
                  </a:lnTo>
                  <a:lnTo>
                    <a:pt x="338" y="78"/>
                  </a:lnTo>
                  <a:lnTo>
                    <a:pt x="394" y="51"/>
                  </a:lnTo>
                  <a:lnTo>
                    <a:pt x="454" y="29"/>
                  </a:lnTo>
                  <a:lnTo>
                    <a:pt x="515" y="13"/>
                  </a:lnTo>
                  <a:lnTo>
                    <a:pt x="579" y="4"/>
                  </a:lnTo>
                  <a:lnTo>
                    <a:pt x="6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2" name="Freeform 323">
              <a:extLst>
                <a:ext uri="{FF2B5EF4-FFF2-40B4-BE49-F238E27FC236}">
                  <a16:creationId xmlns:a16="http://schemas.microsoft.com/office/drawing/2014/main" id="{C9FE6A32-12AD-6E88-76D4-74F216FC45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5438" y="3322638"/>
              <a:ext cx="320675" cy="219075"/>
            </a:xfrm>
            <a:custGeom>
              <a:avLst/>
              <a:gdLst>
                <a:gd name="T0" fmla="*/ 678 w 2221"/>
                <a:gd name="T1" fmla="*/ 2 h 1527"/>
                <a:gd name="T2" fmla="*/ 702 w 2221"/>
                <a:gd name="T3" fmla="*/ 19 h 1527"/>
                <a:gd name="T4" fmla="*/ 1052 w 2221"/>
                <a:gd name="T5" fmla="*/ 974 h 1527"/>
                <a:gd name="T6" fmla="*/ 1072 w 2221"/>
                <a:gd name="T7" fmla="*/ 1002 h 1527"/>
                <a:gd name="T8" fmla="*/ 1103 w 2221"/>
                <a:gd name="T9" fmla="*/ 1013 h 1527"/>
                <a:gd name="T10" fmla="*/ 1134 w 2221"/>
                <a:gd name="T11" fmla="*/ 1009 h 1527"/>
                <a:gd name="T12" fmla="*/ 1160 w 2221"/>
                <a:gd name="T13" fmla="*/ 989 h 1527"/>
                <a:gd name="T14" fmla="*/ 1510 w 2221"/>
                <a:gd name="T15" fmla="*/ 33 h 1527"/>
                <a:gd name="T16" fmla="*/ 1529 w 2221"/>
                <a:gd name="T17" fmla="*/ 9 h 1527"/>
                <a:gd name="T18" fmla="*/ 1557 w 2221"/>
                <a:gd name="T19" fmla="*/ 0 h 1527"/>
                <a:gd name="T20" fmla="*/ 1875 w 2221"/>
                <a:gd name="T21" fmla="*/ 52 h 1527"/>
                <a:gd name="T22" fmla="*/ 1925 w 2221"/>
                <a:gd name="T23" fmla="*/ 71 h 1527"/>
                <a:gd name="T24" fmla="*/ 2016 w 2221"/>
                <a:gd name="T25" fmla="*/ 125 h 1527"/>
                <a:gd name="T26" fmla="*/ 2093 w 2221"/>
                <a:gd name="T27" fmla="*/ 195 h 1527"/>
                <a:gd name="T28" fmla="*/ 2154 w 2221"/>
                <a:gd name="T29" fmla="*/ 279 h 1527"/>
                <a:gd name="T30" fmla="*/ 2196 w 2221"/>
                <a:gd name="T31" fmla="*/ 373 h 1527"/>
                <a:gd name="T32" fmla="*/ 2218 w 2221"/>
                <a:gd name="T33" fmla="*/ 476 h 1527"/>
                <a:gd name="T34" fmla="*/ 2221 w 2221"/>
                <a:gd name="T35" fmla="*/ 630 h 1527"/>
                <a:gd name="T36" fmla="*/ 2089 w 2221"/>
                <a:gd name="T37" fmla="*/ 682 h 1527"/>
                <a:gd name="T38" fmla="*/ 1970 w 2221"/>
                <a:gd name="T39" fmla="*/ 754 h 1527"/>
                <a:gd name="T40" fmla="*/ 1866 w 2221"/>
                <a:gd name="T41" fmla="*/ 845 h 1527"/>
                <a:gd name="T42" fmla="*/ 1777 w 2221"/>
                <a:gd name="T43" fmla="*/ 952 h 1527"/>
                <a:gd name="T44" fmla="*/ 1707 w 2221"/>
                <a:gd name="T45" fmla="*/ 1073 h 1527"/>
                <a:gd name="T46" fmla="*/ 1659 w 2221"/>
                <a:gd name="T47" fmla="*/ 1206 h 1527"/>
                <a:gd name="T48" fmla="*/ 1633 w 2221"/>
                <a:gd name="T49" fmla="*/ 1348 h 1527"/>
                <a:gd name="T50" fmla="*/ 1631 w 2221"/>
                <a:gd name="T51" fmla="*/ 1475 h 1527"/>
                <a:gd name="T52" fmla="*/ 211 w 2221"/>
                <a:gd name="T53" fmla="*/ 1527 h 1527"/>
                <a:gd name="T54" fmla="*/ 144 w 2221"/>
                <a:gd name="T55" fmla="*/ 1517 h 1527"/>
                <a:gd name="T56" fmla="*/ 87 w 2221"/>
                <a:gd name="T57" fmla="*/ 1486 h 1527"/>
                <a:gd name="T58" fmla="*/ 41 w 2221"/>
                <a:gd name="T59" fmla="*/ 1440 h 1527"/>
                <a:gd name="T60" fmla="*/ 10 w 2221"/>
                <a:gd name="T61" fmla="*/ 1382 h 1527"/>
                <a:gd name="T62" fmla="*/ 0 w 2221"/>
                <a:gd name="T63" fmla="*/ 1315 h 1527"/>
                <a:gd name="T64" fmla="*/ 2 w 2221"/>
                <a:gd name="T65" fmla="*/ 478 h 1527"/>
                <a:gd name="T66" fmla="*/ 25 w 2221"/>
                <a:gd name="T67" fmla="*/ 375 h 1527"/>
                <a:gd name="T68" fmla="*/ 67 w 2221"/>
                <a:gd name="T69" fmla="*/ 280 h 1527"/>
                <a:gd name="T70" fmla="*/ 128 w 2221"/>
                <a:gd name="T71" fmla="*/ 196 h 1527"/>
                <a:gd name="T72" fmla="*/ 205 w 2221"/>
                <a:gd name="T73" fmla="*/ 126 h 1527"/>
                <a:gd name="T74" fmla="*/ 296 w 2221"/>
                <a:gd name="T75" fmla="*/ 71 h 1527"/>
                <a:gd name="T76" fmla="*/ 349 w 2221"/>
                <a:gd name="T77" fmla="*/ 51 h 1527"/>
                <a:gd name="T78" fmla="*/ 372 w 2221"/>
                <a:gd name="T79" fmla="*/ 47 h 1527"/>
                <a:gd name="T80" fmla="*/ 412 w 2221"/>
                <a:gd name="T81" fmla="*/ 41 h 1527"/>
                <a:gd name="T82" fmla="*/ 462 w 2221"/>
                <a:gd name="T83" fmla="*/ 33 h 1527"/>
                <a:gd name="T84" fmla="*/ 516 w 2221"/>
                <a:gd name="T85" fmla="*/ 23 h 1527"/>
                <a:gd name="T86" fmla="*/ 571 w 2221"/>
                <a:gd name="T87" fmla="*/ 15 h 1527"/>
                <a:gd name="T88" fmla="*/ 617 w 2221"/>
                <a:gd name="T89" fmla="*/ 7 h 1527"/>
                <a:gd name="T90" fmla="*/ 649 w 2221"/>
                <a:gd name="T91" fmla="*/ 2 h 1527"/>
                <a:gd name="T92" fmla="*/ 663 w 2221"/>
                <a:gd name="T93" fmla="*/ 0 h 1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21" h="1527">
                  <a:moveTo>
                    <a:pt x="663" y="0"/>
                  </a:moveTo>
                  <a:lnTo>
                    <a:pt x="678" y="2"/>
                  </a:lnTo>
                  <a:lnTo>
                    <a:pt x="692" y="9"/>
                  </a:lnTo>
                  <a:lnTo>
                    <a:pt x="702" y="19"/>
                  </a:lnTo>
                  <a:lnTo>
                    <a:pt x="711" y="33"/>
                  </a:lnTo>
                  <a:lnTo>
                    <a:pt x="1052" y="974"/>
                  </a:lnTo>
                  <a:lnTo>
                    <a:pt x="1061" y="989"/>
                  </a:lnTo>
                  <a:lnTo>
                    <a:pt x="1072" y="1002"/>
                  </a:lnTo>
                  <a:lnTo>
                    <a:pt x="1087" y="1009"/>
                  </a:lnTo>
                  <a:lnTo>
                    <a:pt x="1103" y="1013"/>
                  </a:lnTo>
                  <a:lnTo>
                    <a:pt x="1118" y="1013"/>
                  </a:lnTo>
                  <a:lnTo>
                    <a:pt x="1134" y="1009"/>
                  </a:lnTo>
                  <a:lnTo>
                    <a:pt x="1149" y="1002"/>
                  </a:lnTo>
                  <a:lnTo>
                    <a:pt x="1160" y="989"/>
                  </a:lnTo>
                  <a:lnTo>
                    <a:pt x="1168" y="974"/>
                  </a:lnTo>
                  <a:lnTo>
                    <a:pt x="1510" y="33"/>
                  </a:lnTo>
                  <a:lnTo>
                    <a:pt x="1519" y="19"/>
                  </a:lnTo>
                  <a:lnTo>
                    <a:pt x="1529" y="9"/>
                  </a:lnTo>
                  <a:lnTo>
                    <a:pt x="1543" y="2"/>
                  </a:lnTo>
                  <a:lnTo>
                    <a:pt x="1557" y="0"/>
                  </a:lnTo>
                  <a:lnTo>
                    <a:pt x="1573" y="2"/>
                  </a:lnTo>
                  <a:lnTo>
                    <a:pt x="1875" y="52"/>
                  </a:lnTo>
                  <a:lnTo>
                    <a:pt x="1876" y="52"/>
                  </a:lnTo>
                  <a:lnTo>
                    <a:pt x="1925" y="71"/>
                  </a:lnTo>
                  <a:lnTo>
                    <a:pt x="1972" y="96"/>
                  </a:lnTo>
                  <a:lnTo>
                    <a:pt x="2016" y="125"/>
                  </a:lnTo>
                  <a:lnTo>
                    <a:pt x="2057" y="158"/>
                  </a:lnTo>
                  <a:lnTo>
                    <a:pt x="2093" y="195"/>
                  </a:lnTo>
                  <a:lnTo>
                    <a:pt x="2126" y="235"/>
                  </a:lnTo>
                  <a:lnTo>
                    <a:pt x="2154" y="279"/>
                  </a:lnTo>
                  <a:lnTo>
                    <a:pt x="2177" y="325"/>
                  </a:lnTo>
                  <a:lnTo>
                    <a:pt x="2196" y="373"/>
                  </a:lnTo>
                  <a:lnTo>
                    <a:pt x="2209" y="424"/>
                  </a:lnTo>
                  <a:lnTo>
                    <a:pt x="2218" y="476"/>
                  </a:lnTo>
                  <a:lnTo>
                    <a:pt x="2221" y="530"/>
                  </a:lnTo>
                  <a:lnTo>
                    <a:pt x="2221" y="630"/>
                  </a:lnTo>
                  <a:lnTo>
                    <a:pt x="2154" y="653"/>
                  </a:lnTo>
                  <a:lnTo>
                    <a:pt x="2089" y="682"/>
                  </a:lnTo>
                  <a:lnTo>
                    <a:pt x="2029" y="716"/>
                  </a:lnTo>
                  <a:lnTo>
                    <a:pt x="1970" y="754"/>
                  </a:lnTo>
                  <a:lnTo>
                    <a:pt x="1916" y="798"/>
                  </a:lnTo>
                  <a:lnTo>
                    <a:pt x="1866" y="845"/>
                  </a:lnTo>
                  <a:lnTo>
                    <a:pt x="1819" y="896"/>
                  </a:lnTo>
                  <a:lnTo>
                    <a:pt x="1777" y="952"/>
                  </a:lnTo>
                  <a:lnTo>
                    <a:pt x="1739" y="1010"/>
                  </a:lnTo>
                  <a:lnTo>
                    <a:pt x="1707" y="1073"/>
                  </a:lnTo>
                  <a:lnTo>
                    <a:pt x="1680" y="1138"/>
                  </a:lnTo>
                  <a:lnTo>
                    <a:pt x="1659" y="1206"/>
                  </a:lnTo>
                  <a:lnTo>
                    <a:pt x="1642" y="1276"/>
                  </a:lnTo>
                  <a:lnTo>
                    <a:pt x="1633" y="1348"/>
                  </a:lnTo>
                  <a:lnTo>
                    <a:pt x="1629" y="1422"/>
                  </a:lnTo>
                  <a:lnTo>
                    <a:pt x="1631" y="1475"/>
                  </a:lnTo>
                  <a:lnTo>
                    <a:pt x="1637" y="1527"/>
                  </a:lnTo>
                  <a:lnTo>
                    <a:pt x="211" y="1527"/>
                  </a:lnTo>
                  <a:lnTo>
                    <a:pt x="178" y="1524"/>
                  </a:lnTo>
                  <a:lnTo>
                    <a:pt x="144" y="1517"/>
                  </a:lnTo>
                  <a:lnTo>
                    <a:pt x="114" y="1503"/>
                  </a:lnTo>
                  <a:lnTo>
                    <a:pt x="87" y="1486"/>
                  </a:lnTo>
                  <a:lnTo>
                    <a:pt x="62" y="1464"/>
                  </a:lnTo>
                  <a:lnTo>
                    <a:pt x="41" y="1440"/>
                  </a:lnTo>
                  <a:lnTo>
                    <a:pt x="23" y="1412"/>
                  </a:lnTo>
                  <a:lnTo>
                    <a:pt x="10" y="1382"/>
                  </a:lnTo>
                  <a:lnTo>
                    <a:pt x="2" y="1349"/>
                  </a:lnTo>
                  <a:lnTo>
                    <a:pt x="0" y="1315"/>
                  </a:lnTo>
                  <a:lnTo>
                    <a:pt x="0" y="533"/>
                  </a:lnTo>
                  <a:lnTo>
                    <a:pt x="2" y="478"/>
                  </a:lnTo>
                  <a:lnTo>
                    <a:pt x="10" y="426"/>
                  </a:lnTo>
                  <a:lnTo>
                    <a:pt x="25" y="375"/>
                  </a:lnTo>
                  <a:lnTo>
                    <a:pt x="44" y="327"/>
                  </a:lnTo>
                  <a:lnTo>
                    <a:pt x="67" y="280"/>
                  </a:lnTo>
                  <a:lnTo>
                    <a:pt x="95" y="237"/>
                  </a:lnTo>
                  <a:lnTo>
                    <a:pt x="128" y="196"/>
                  </a:lnTo>
                  <a:lnTo>
                    <a:pt x="164" y="159"/>
                  </a:lnTo>
                  <a:lnTo>
                    <a:pt x="205" y="126"/>
                  </a:lnTo>
                  <a:lnTo>
                    <a:pt x="249" y="96"/>
                  </a:lnTo>
                  <a:lnTo>
                    <a:pt x="296" y="71"/>
                  </a:lnTo>
                  <a:lnTo>
                    <a:pt x="346" y="52"/>
                  </a:lnTo>
                  <a:lnTo>
                    <a:pt x="349" y="51"/>
                  </a:lnTo>
                  <a:lnTo>
                    <a:pt x="358" y="50"/>
                  </a:lnTo>
                  <a:lnTo>
                    <a:pt x="372" y="47"/>
                  </a:lnTo>
                  <a:lnTo>
                    <a:pt x="390" y="45"/>
                  </a:lnTo>
                  <a:lnTo>
                    <a:pt x="412" y="41"/>
                  </a:lnTo>
                  <a:lnTo>
                    <a:pt x="436" y="37"/>
                  </a:lnTo>
                  <a:lnTo>
                    <a:pt x="462" y="33"/>
                  </a:lnTo>
                  <a:lnTo>
                    <a:pt x="489" y="28"/>
                  </a:lnTo>
                  <a:lnTo>
                    <a:pt x="516" y="23"/>
                  </a:lnTo>
                  <a:lnTo>
                    <a:pt x="543" y="19"/>
                  </a:lnTo>
                  <a:lnTo>
                    <a:pt x="571" y="15"/>
                  </a:lnTo>
                  <a:lnTo>
                    <a:pt x="595" y="11"/>
                  </a:lnTo>
                  <a:lnTo>
                    <a:pt x="617" y="7"/>
                  </a:lnTo>
                  <a:lnTo>
                    <a:pt x="635" y="4"/>
                  </a:lnTo>
                  <a:lnTo>
                    <a:pt x="649" y="2"/>
                  </a:lnTo>
                  <a:lnTo>
                    <a:pt x="658" y="0"/>
                  </a:lnTo>
                  <a:lnTo>
                    <a:pt x="6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3" name="Freeform 324">
              <a:extLst>
                <a:ext uri="{FF2B5EF4-FFF2-40B4-BE49-F238E27FC236}">
                  <a16:creationId xmlns:a16="http://schemas.microsoft.com/office/drawing/2014/main" id="{6D7BBCEA-6BAE-EAF7-E57B-10B3EE70B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5138" y="3311525"/>
              <a:ext cx="41275" cy="106363"/>
            </a:xfrm>
            <a:custGeom>
              <a:avLst/>
              <a:gdLst>
                <a:gd name="T0" fmla="*/ 71 w 289"/>
                <a:gd name="T1" fmla="*/ 0 h 741"/>
                <a:gd name="T2" fmla="*/ 218 w 289"/>
                <a:gd name="T3" fmla="*/ 0 h 741"/>
                <a:gd name="T4" fmla="*/ 233 w 289"/>
                <a:gd name="T5" fmla="*/ 1 h 741"/>
                <a:gd name="T6" fmla="*/ 246 w 289"/>
                <a:gd name="T7" fmla="*/ 5 h 741"/>
                <a:gd name="T8" fmla="*/ 260 w 289"/>
                <a:gd name="T9" fmla="*/ 12 h 741"/>
                <a:gd name="T10" fmla="*/ 270 w 289"/>
                <a:gd name="T11" fmla="*/ 22 h 741"/>
                <a:gd name="T12" fmla="*/ 281 w 289"/>
                <a:gd name="T13" fmla="*/ 36 h 741"/>
                <a:gd name="T14" fmla="*/ 287 w 289"/>
                <a:gd name="T15" fmla="*/ 53 h 741"/>
                <a:gd name="T16" fmla="*/ 289 w 289"/>
                <a:gd name="T17" fmla="*/ 70 h 741"/>
                <a:gd name="T18" fmla="*/ 286 w 289"/>
                <a:gd name="T19" fmla="*/ 87 h 741"/>
                <a:gd name="T20" fmla="*/ 280 w 289"/>
                <a:gd name="T21" fmla="*/ 102 h 741"/>
                <a:gd name="T22" fmla="*/ 201 w 289"/>
                <a:gd name="T23" fmla="*/ 222 h 741"/>
                <a:gd name="T24" fmla="*/ 238 w 289"/>
                <a:gd name="T25" fmla="*/ 532 h 741"/>
                <a:gd name="T26" fmla="*/ 165 w 289"/>
                <a:gd name="T27" fmla="*/ 726 h 741"/>
                <a:gd name="T28" fmla="*/ 161 w 289"/>
                <a:gd name="T29" fmla="*/ 734 h 741"/>
                <a:gd name="T30" fmla="*/ 153 w 289"/>
                <a:gd name="T31" fmla="*/ 739 h 741"/>
                <a:gd name="T32" fmla="*/ 145 w 289"/>
                <a:gd name="T33" fmla="*/ 741 h 741"/>
                <a:gd name="T34" fmla="*/ 136 w 289"/>
                <a:gd name="T35" fmla="*/ 739 h 741"/>
                <a:gd name="T36" fmla="*/ 128 w 289"/>
                <a:gd name="T37" fmla="*/ 734 h 741"/>
                <a:gd name="T38" fmla="*/ 124 w 289"/>
                <a:gd name="T39" fmla="*/ 726 h 741"/>
                <a:gd name="T40" fmla="*/ 51 w 289"/>
                <a:gd name="T41" fmla="*/ 532 h 741"/>
                <a:gd name="T42" fmla="*/ 88 w 289"/>
                <a:gd name="T43" fmla="*/ 222 h 741"/>
                <a:gd name="T44" fmla="*/ 9 w 289"/>
                <a:gd name="T45" fmla="*/ 102 h 741"/>
                <a:gd name="T46" fmla="*/ 3 w 289"/>
                <a:gd name="T47" fmla="*/ 87 h 741"/>
                <a:gd name="T48" fmla="*/ 0 w 289"/>
                <a:gd name="T49" fmla="*/ 70 h 741"/>
                <a:gd name="T50" fmla="*/ 2 w 289"/>
                <a:gd name="T51" fmla="*/ 53 h 741"/>
                <a:gd name="T52" fmla="*/ 8 w 289"/>
                <a:gd name="T53" fmla="*/ 36 h 741"/>
                <a:gd name="T54" fmla="*/ 19 w 289"/>
                <a:gd name="T55" fmla="*/ 22 h 741"/>
                <a:gd name="T56" fmla="*/ 29 w 289"/>
                <a:gd name="T57" fmla="*/ 12 h 741"/>
                <a:gd name="T58" fmla="*/ 43 w 289"/>
                <a:gd name="T59" fmla="*/ 5 h 741"/>
                <a:gd name="T60" fmla="*/ 56 w 289"/>
                <a:gd name="T61" fmla="*/ 1 h 741"/>
                <a:gd name="T62" fmla="*/ 71 w 289"/>
                <a:gd name="T63" fmla="*/ 0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89" h="741">
                  <a:moveTo>
                    <a:pt x="71" y="0"/>
                  </a:moveTo>
                  <a:lnTo>
                    <a:pt x="218" y="0"/>
                  </a:lnTo>
                  <a:lnTo>
                    <a:pt x="233" y="1"/>
                  </a:lnTo>
                  <a:lnTo>
                    <a:pt x="246" y="5"/>
                  </a:lnTo>
                  <a:lnTo>
                    <a:pt x="260" y="12"/>
                  </a:lnTo>
                  <a:lnTo>
                    <a:pt x="270" y="22"/>
                  </a:lnTo>
                  <a:lnTo>
                    <a:pt x="281" y="36"/>
                  </a:lnTo>
                  <a:lnTo>
                    <a:pt x="287" y="53"/>
                  </a:lnTo>
                  <a:lnTo>
                    <a:pt x="289" y="70"/>
                  </a:lnTo>
                  <a:lnTo>
                    <a:pt x="286" y="87"/>
                  </a:lnTo>
                  <a:lnTo>
                    <a:pt x="280" y="102"/>
                  </a:lnTo>
                  <a:lnTo>
                    <a:pt x="201" y="222"/>
                  </a:lnTo>
                  <a:lnTo>
                    <a:pt x="238" y="532"/>
                  </a:lnTo>
                  <a:lnTo>
                    <a:pt x="165" y="726"/>
                  </a:lnTo>
                  <a:lnTo>
                    <a:pt x="161" y="734"/>
                  </a:lnTo>
                  <a:lnTo>
                    <a:pt x="153" y="739"/>
                  </a:lnTo>
                  <a:lnTo>
                    <a:pt x="145" y="741"/>
                  </a:lnTo>
                  <a:lnTo>
                    <a:pt x="136" y="739"/>
                  </a:lnTo>
                  <a:lnTo>
                    <a:pt x="128" y="734"/>
                  </a:lnTo>
                  <a:lnTo>
                    <a:pt x="124" y="726"/>
                  </a:lnTo>
                  <a:lnTo>
                    <a:pt x="51" y="532"/>
                  </a:lnTo>
                  <a:lnTo>
                    <a:pt x="88" y="222"/>
                  </a:lnTo>
                  <a:lnTo>
                    <a:pt x="9" y="102"/>
                  </a:lnTo>
                  <a:lnTo>
                    <a:pt x="3" y="87"/>
                  </a:lnTo>
                  <a:lnTo>
                    <a:pt x="0" y="70"/>
                  </a:lnTo>
                  <a:lnTo>
                    <a:pt x="2" y="53"/>
                  </a:lnTo>
                  <a:lnTo>
                    <a:pt x="8" y="36"/>
                  </a:lnTo>
                  <a:lnTo>
                    <a:pt x="19" y="22"/>
                  </a:lnTo>
                  <a:lnTo>
                    <a:pt x="29" y="12"/>
                  </a:lnTo>
                  <a:lnTo>
                    <a:pt x="43" y="5"/>
                  </a:lnTo>
                  <a:lnTo>
                    <a:pt x="56" y="1"/>
                  </a:lnTo>
                  <a:lnTo>
                    <a:pt x="7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77EC22D5-9A5A-FE26-965B-04F6BDDD6F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89658"/>
              </p:ext>
            </p:extLst>
          </p:nvPr>
        </p:nvGraphicFramePr>
        <p:xfrm>
          <a:off x="73702" y="1814913"/>
          <a:ext cx="6597686" cy="227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538">
                  <a:extLst>
                    <a:ext uri="{9D8B030D-6E8A-4147-A177-3AD203B41FA5}">
                      <a16:colId xmlns:a16="http://schemas.microsoft.com/office/drawing/2014/main" val="3998482338"/>
                    </a:ext>
                  </a:extLst>
                </a:gridCol>
                <a:gridCol w="2206538">
                  <a:extLst>
                    <a:ext uri="{9D8B030D-6E8A-4147-A177-3AD203B41FA5}">
                      <a16:colId xmlns:a16="http://schemas.microsoft.com/office/drawing/2014/main" val="3727399622"/>
                    </a:ext>
                  </a:extLst>
                </a:gridCol>
                <a:gridCol w="2184610">
                  <a:extLst>
                    <a:ext uri="{9D8B030D-6E8A-4147-A177-3AD203B41FA5}">
                      <a16:colId xmlns:a16="http://schemas.microsoft.com/office/drawing/2014/main" val="7316612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RECEPTOR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CUANDO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994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ACCESS_LINK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Candidato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>
                          <a:effectLst/>
                        </a:rPr>
                        <a:t>Al crear el proceso</a:t>
                      </a:r>
                    </a:p>
                  </a:txBody>
                  <a:tcPr marL="15240" marR="15240" marT="15240" marB="15240" anchor="ctr"/>
                </a:tc>
                <a:extLst>
                  <a:ext uri="{0D108BD9-81ED-4DB2-BD59-A6C34878D82A}">
                    <a16:rowId xmlns:a16="http://schemas.microsoft.com/office/drawing/2014/main" val="3408085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>
                          <a:effectLst/>
                        </a:rPr>
                        <a:t>FORM_SUBMITTED</a:t>
                      </a: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Admin</a:t>
                      </a:r>
                      <a:endParaRPr lang="es-ES" dirty="0">
                        <a:effectLst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>
                          <a:effectLst/>
                        </a:rPr>
                        <a:t>Al enviar el formulario</a:t>
                      </a:r>
                    </a:p>
                  </a:txBody>
                  <a:tcPr marL="15240" marR="15240" marT="15240" marB="15240" anchor="ctr"/>
                </a:tc>
                <a:extLst>
                  <a:ext uri="{0D108BD9-81ED-4DB2-BD59-A6C34878D82A}">
                    <a16:rowId xmlns:a16="http://schemas.microsoft.com/office/drawing/2014/main" val="998817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VALIDATED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Candidato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>
                          <a:effectLst/>
                        </a:rPr>
                        <a:t>Al validar el proceso</a:t>
                      </a:r>
                    </a:p>
                  </a:txBody>
                  <a:tcPr marL="15240" marR="15240" marT="15240" marB="15240" anchor="ctr"/>
                </a:tc>
                <a:extLst>
                  <a:ext uri="{0D108BD9-81ED-4DB2-BD59-A6C34878D82A}">
                    <a16:rowId xmlns:a16="http://schemas.microsoft.com/office/drawing/2014/main" val="2301158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REJECTED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Candidato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>
                          <a:effectLst/>
                        </a:rPr>
                        <a:t>Al rechazar el proceso</a:t>
                      </a:r>
                    </a:p>
                  </a:txBody>
                  <a:tcPr marL="15240" marR="15240" marT="15240" marB="15240" anchor="ctr"/>
                </a:tc>
                <a:extLst>
                  <a:ext uri="{0D108BD9-81ED-4DB2-BD59-A6C34878D82A}">
                    <a16:rowId xmlns:a16="http://schemas.microsoft.com/office/drawing/2014/main" val="1020883073"/>
                  </a:ext>
                </a:extLst>
              </a:tr>
            </a:tbl>
          </a:graphicData>
        </a:graphic>
      </p:graphicFrame>
      <p:sp>
        <p:nvSpPr>
          <p:cNvPr id="5" name="TextBox 31">
            <a:extLst>
              <a:ext uri="{FF2B5EF4-FFF2-40B4-BE49-F238E27FC236}">
                <a16:creationId xmlns:a16="http://schemas.microsoft.com/office/drawing/2014/main" id="{264ED036-1604-7C43-DB2C-1B97C0698204}"/>
              </a:ext>
            </a:extLst>
          </p:cNvPr>
          <p:cNvSpPr txBox="1"/>
          <p:nvPr/>
        </p:nvSpPr>
        <p:spPr>
          <a:xfrm>
            <a:off x="428381" y="5182367"/>
            <a:ext cx="5522948" cy="877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es-ES" i="1" dirty="0"/>
              <a:t>Cada notificación queda registrada con estado SENT o FAILED. Si SMTP falla, el sistema continúa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0000"/>
                  <a:lumOff val="40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06133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EA018-6DBF-662E-6E0A-88A04CBE5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3">
            <a:extLst>
              <a:ext uri="{FF2B5EF4-FFF2-40B4-BE49-F238E27FC236}">
                <a16:creationId xmlns:a16="http://schemas.microsoft.com/office/drawing/2014/main" id="{2359F6DE-F05E-878F-C8E8-374A069CAA17}"/>
              </a:ext>
            </a:extLst>
          </p:cNvPr>
          <p:cNvSpPr txBox="1">
            <a:spLocks/>
          </p:cNvSpPr>
          <p:nvPr/>
        </p:nvSpPr>
        <p:spPr>
          <a:xfrm>
            <a:off x="1623286" y="717330"/>
            <a:ext cx="6258738" cy="7676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solidFill>
                  <a:srgbClr val="333333">
                    <a:lumMod val="20000"/>
                    <a:lumOff val="80000"/>
                  </a:srgbClr>
                </a:solidFill>
                <a:latin typeface="Lato Semibold"/>
              </a:rPr>
              <a:t>12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33333">
                    <a:lumMod val="20000"/>
                    <a:lumOff val="80000"/>
                  </a:srgbClr>
                </a:solidFill>
                <a:effectLst/>
                <a:uLnTx/>
                <a:uFillTx/>
                <a:latin typeface="Lato Semibold"/>
                <a:ea typeface="+mn-ea"/>
                <a:cs typeface="+mn-cs"/>
              </a:rPr>
              <a:t> </a:t>
            </a:r>
            <a:r>
              <a:rPr lang="en-US" dirty="0">
                <a:solidFill>
                  <a:srgbClr val="333333"/>
                </a:solidFill>
                <a:latin typeface="Lato Black"/>
              </a:rPr>
              <a:t>TESTING Y DESPLIEGUE</a:t>
            </a:r>
            <a:endParaRPr kumimoji="0" lang="en-ID" sz="3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Lato Black"/>
              <a:ea typeface="+mn-ea"/>
              <a:cs typeface="+mn-cs"/>
            </a:endParaRPr>
          </a:p>
        </p:txBody>
      </p:sp>
      <p:sp>
        <p:nvSpPr>
          <p:cNvPr id="6" name="TextBox 134">
            <a:extLst>
              <a:ext uri="{FF2B5EF4-FFF2-40B4-BE49-F238E27FC236}">
                <a16:creationId xmlns:a16="http://schemas.microsoft.com/office/drawing/2014/main" id="{1D180F4A-9680-D16F-F1DF-C0FCAADE2593}"/>
              </a:ext>
            </a:extLst>
          </p:cNvPr>
          <p:cNvSpPr txBox="1"/>
          <p:nvPr/>
        </p:nvSpPr>
        <p:spPr>
          <a:xfrm>
            <a:off x="6703506" y="2429182"/>
            <a:ext cx="365765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b="1" dirty="0" err="1"/>
              <a:t>Backend</a:t>
            </a:r>
            <a:r>
              <a:rPr lang="es-ES" sz="1200" b="1" dirty="0"/>
              <a:t> </a:t>
            </a:r>
            <a:r>
              <a:rPr lang="es-ES" sz="1200" b="1" dirty="0" err="1"/>
              <a:t>stateless</a:t>
            </a:r>
            <a:r>
              <a:rPr lang="es-ES" sz="1200" dirty="0"/>
              <a:t> (JWT sin sesión) → escalado horizontal sin cambios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b="1" dirty="0" err="1"/>
              <a:t>Filesystem</a:t>
            </a:r>
            <a:r>
              <a:rPr lang="es-ES" sz="1200" b="1" dirty="0"/>
              <a:t> local</a:t>
            </a:r>
            <a:r>
              <a:rPr lang="es-ES" sz="1200" dirty="0"/>
              <a:t> → migrar a S3 / Azure Blob Storage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b="1" dirty="0"/>
              <a:t>Gmail SMTP</a:t>
            </a:r>
            <a:r>
              <a:rPr lang="es-ES" sz="1200" dirty="0"/>
              <a:t> → migrar a </a:t>
            </a:r>
            <a:r>
              <a:rPr lang="es-ES" sz="1200" dirty="0" err="1"/>
              <a:t>SendGrid</a:t>
            </a:r>
            <a:r>
              <a:rPr lang="es-ES" sz="1200" dirty="0"/>
              <a:t> / AWS 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b="1" dirty="0"/>
              <a:t>Esquema SQL manual</a:t>
            </a:r>
            <a:r>
              <a:rPr lang="es-ES" sz="1200" dirty="0"/>
              <a:t> → migrar a </a:t>
            </a:r>
            <a:r>
              <a:rPr lang="es-ES" sz="1200" dirty="0" err="1"/>
              <a:t>Flyway</a:t>
            </a:r>
            <a:r>
              <a:rPr lang="es-ES" sz="1200" dirty="0"/>
              <a:t> o </a:t>
            </a:r>
            <a:r>
              <a:rPr lang="es-ES" sz="1200" dirty="0" err="1"/>
              <a:t>Liquibase</a:t>
            </a:r>
            <a:endParaRPr lang="es-E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200" dirty="0"/>
          </a:p>
        </p:txBody>
      </p:sp>
      <p:sp>
        <p:nvSpPr>
          <p:cNvPr id="7" name="TextBox 134">
            <a:extLst>
              <a:ext uri="{FF2B5EF4-FFF2-40B4-BE49-F238E27FC236}">
                <a16:creationId xmlns:a16="http://schemas.microsoft.com/office/drawing/2014/main" id="{6F357A22-8826-06C9-39B3-17FB7C8CB771}"/>
              </a:ext>
            </a:extLst>
          </p:cNvPr>
          <p:cNvSpPr txBox="1"/>
          <p:nvPr/>
        </p:nvSpPr>
        <p:spPr>
          <a:xfrm>
            <a:off x="2106844" y="2429182"/>
            <a:ext cx="3264538" cy="88684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71450" lvl="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rPr>
              <a:t>Tests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rPr>
              <a:t>unitarios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rPr>
              <a:t>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Wingdings" panose="05000000000000000000" pitchFamily="2" charset="2"/>
              </a:rPr>
              <a:t>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rPr>
              <a:t>Handlers de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rPr>
              <a:t>los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rPr>
              <a:t> commandos/queries con mocks de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rPr>
              <a:t>los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rPr>
              <a:t>puertos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</a:endParaRPr>
          </a:p>
        </p:txBody>
      </p:sp>
      <p:sp>
        <p:nvSpPr>
          <p:cNvPr id="8" name="TextBox 134">
            <a:extLst>
              <a:ext uri="{FF2B5EF4-FFF2-40B4-BE49-F238E27FC236}">
                <a16:creationId xmlns:a16="http://schemas.microsoft.com/office/drawing/2014/main" id="{8F4726D3-F98F-805B-7823-72F986AD0330}"/>
              </a:ext>
            </a:extLst>
          </p:cNvPr>
          <p:cNvSpPr txBox="1"/>
          <p:nvPr/>
        </p:nvSpPr>
        <p:spPr>
          <a:xfrm>
            <a:off x="2106844" y="1848720"/>
            <a:ext cx="3186901" cy="332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>
              <a:lnSpc>
                <a:spcPct val="150000"/>
              </a:lnSpc>
              <a:defRPr/>
            </a:pPr>
            <a:r>
              <a:rPr kumimoji="0" lang="es-ES" sz="12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Lato Black"/>
              </a:rPr>
              <a:t>Estrategia de </a:t>
            </a:r>
            <a:r>
              <a:rPr kumimoji="0" lang="es-ES" sz="1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Lato Black"/>
              </a:rPr>
              <a:t>testing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5038"/>
              </a:solidFill>
              <a:effectLst/>
              <a:uLnTx/>
              <a:uFillTx/>
              <a:latin typeface="Lato Black"/>
            </a:endParaRPr>
          </a:p>
        </p:txBody>
      </p:sp>
      <p:sp>
        <p:nvSpPr>
          <p:cNvPr id="9" name="TextBox 134">
            <a:extLst>
              <a:ext uri="{FF2B5EF4-FFF2-40B4-BE49-F238E27FC236}">
                <a16:creationId xmlns:a16="http://schemas.microsoft.com/office/drawing/2014/main" id="{6754E0F8-231A-DFE8-BDCA-3F534EFBA7F3}"/>
              </a:ext>
            </a:extLst>
          </p:cNvPr>
          <p:cNvSpPr txBox="1"/>
          <p:nvPr/>
        </p:nvSpPr>
        <p:spPr>
          <a:xfrm>
            <a:off x="6703506" y="1848720"/>
            <a:ext cx="3377427" cy="332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>
              <a:lnSpc>
                <a:spcPct val="150000"/>
              </a:lnSpc>
              <a:defRPr/>
            </a:pPr>
            <a:r>
              <a:rPr kumimoji="0" lang="es-ES" sz="12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Lato Black"/>
              </a:rPr>
              <a:t>Consideraciones de cara a </a:t>
            </a:r>
            <a:r>
              <a:rPr kumimoji="0" lang="es-ES" sz="1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Lato Black"/>
              </a:rPr>
              <a:t>producci</a:t>
            </a:r>
            <a:r>
              <a:rPr lang="es-ES" sz="1200" b="1" kern="0" dirty="0" err="1">
                <a:solidFill>
                  <a:schemeClr val="accent1"/>
                </a:solidFill>
                <a:latin typeface="Lato Black"/>
              </a:rPr>
              <a:t>ón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5038"/>
              </a:solidFill>
              <a:effectLst/>
              <a:uLnTx/>
              <a:uFillTx/>
              <a:latin typeface="Lato Black"/>
            </a:endParaRPr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E85A1E74-718A-70EE-5B69-5035ABFEE7E1}"/>
              </a:ext>
            </a:extLst>
          </p:cNvPr>
          <p:cNvSpPr>
            <a:spLocks/>
          </p:cNvSpPr>
          <p:nvPr/>
        </p:nvSpPr>
        <p:spPr bwMode="auto">
          <a:xfrm rot="5400000">
            <a:off x="-74092" y="5688239"/>
            <a:ext cx="1281111" cy="1132927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13000">
                <a:srgbClr val="FF5038"/>
              </a:gs>
              <a:gs pos="100000">
                <a:srgbClr val="EE880E"/>
              </a:gs>
            </a:gsLst>
            <a:lin ang="13800000" scaled="0"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350" b="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</a:endParaRP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8D151752-2CCC-E7C1-65B1-46EDBF17645E}"/>
              </a:ext>
            </a:extLst>
          </p:cNvPr>
          <p:cNvSpPr txBox="1">
            <a:spLocks/>
          </p:cNvSpPr>
          <p:nvPr/>
        </p:nvSpPr>
        <p:spPr>
          <a:xfrm>
            <a:off x="-614781" y="1339168"/>
            <a:ext cx="6135687" cy="261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25" kern="120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Lato Semibold"/>
                <a:ea typeface="+mn-ea"/>
                <a:cs typeface="+mn-cs"/>
              </a:rPr>
              <a:t>Sistema de onboarding RRHH</a:t>
            </a:r>
            <a:endParaRPr kumimoji="0" lang="en-ID" sz="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Lato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04477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11">
            <a:extLst>
              <a:ext uri="{FF2B5EF4-FFF2-40B4-BE49-F238E27FC236}">
                <a16:creationId xmlns:a16="http://schemas.microsoft.com/office/drawing/2014/main" id="{B276A2D9-D803-6AA6-A457-8A563C780B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43" r="27943"/>
          <a:stretch/>
        </p:blipFill>
        <p:spPr>
          <a:xfrm>
            <a:off x="4562518" y="2386149"/>
            <a:ext cx="3116320" cy="3180388"/>
          </a:xfrm>
          <a:custGeom>
            <a:avLst/>
            <a:gdLst>
              <a:gd name="connsiteX0" fmla="*/ 1600559 w 3116320"/>
              <a:gd name="connsiteY0" fmla="*/ 0 h 3180388"/>
              <a:gd name="connsiteX1" fmla="*/ 1837635 w 3116320"/>
              <a:gd name="connsiteY1" fmla="*/ 17968 h 3180388"/>
              <a:gd name="connsiteX2" fmla="*/ 2716368 w 3116320"/>
              <a:gd name="connsiteY2" fmla="*/ 449207 h 3180388"/>
              <a:gd name="connsiteX3" fmla="*/ 2937983 w 3116320"/>
              <a:gd name="connsiteY3" fmla="*/ 965154 h 3180388"/>
              <a:gd name="connsiteX4" fmla="*/ 3059098 w 3116320"/>
              <a:gd name="connsiteY4" fmla="*/ 1486235 h 3180388"/>
              <a:gd name="connsiteX5" fmla="*/ 3115791 w 3116320"/>
              <a:gd name="connsiteY5" fmla="*/ 1909773 h 3180388"/>
              <a:gd name="connsiteX6" fmla="*/ 2845214 w 3116320"/>
              <a:gd name="connsiteY6" fmla="*/ 2572033 h 3180388"/>
              <a:gd name="connsiteX7" fmla="*/ 2404560 w 3116320"/>
              <a:gd name="connsiteY7" fmla="*/ 2826156 h 3180388"/>
              <a:gd name="connsiteX8" fmla="*/ 2350443 w 3116320"/>
              <a:gd name="connsiteY8" fmla="*/ 2844124 h 3180388"/>
              <a:gd name="connsiteX9" fmla="*/ 2291174 w 3116320"/>
              <a:gd name="connsiteY9" fmla="*/ 2892895 h 3180388"/>
              <a:gd name="connsiteX10" fmla="*/ 1948443 w 3116320"/>
              <a:gd name="connsiteY10" fmla="*/ 3105948 h 3180388"/>
              <a:gd name="connsiteX11" fmla="*/ 1554174 w 3116320"/>
              <a:gd name="connsiteY11" fmla="*/ 3180388 h 3180388"/>
              <a:gd name="connsiteX12" fmla="*/ 920250 w 3116320"/>
              <a:gd name="connsiteY12" fmla="*/ 3010973 h 3180388"/>
              <a:gd name="connsiteX13" fmla="*/ 528558 w 3116320"/>
              <a:gd name="connsiteY13" fmla="*/ 2597702 h 3180388"/>
              <a:gd name="connsiteX14" fmla="*/ 518250 w 3116320"/>
              <a:gd name="connsiteY14" fmla="*/ 2579734 h 3180388"/>
              <a:gd name="connsiteX15" fmla="*/ 510519 w 3116320"/>
              <a:gd name="connsiteY15" fmla="*/ 2566899 h 3180388"/>
              <a:gd name="connsiteX16" fmla="*/ 278596 w 3116320"/>
              <a:gd name="connsiteY16" fmla="*/ 2194699 h 3180388"/>
              <a:gd name="connsiteX17" fmla="*/ 273442 w 3116320"/>
              <a:gd name="connsiteY17" fmla="*/ 2189565 h 3180388"/>
              <a:gd name="connsiteX18" fmla="*/ 15750 w 3116320"/>
              <a:gd name="connsiteY18" fmla="*/ 1365591 h 3180388"/>
              <a:gd name="connsiteX19" fmla="*/ 482173 w 3116320"/>
              <a:gd name="connsiteY19" fmla="*/ 739267 h 3180388"/>
              <a:gd name="connsiteX20" fmla="*/ 502788 w 3116320"/>
              <a:gd name="connsiteY20" fmla="*/ 723866 h 3180388"/>
              <a:gd name="connsiteX21" fmla="*/ 773366 w 3116320"/>
              <a:gd name="connsiteY21" fmla="*/ 462042 h 3180388"/>
              <a:gd name="connsiteX22" fmla="*/ 786251 w 3116320"/>
              <a:gd name="connsiteY22" fmla="*/ 444074 h 3180388"/>
              <a:gd name="connsiteX23" fmla="*/ 788827 w 3116320"/>
              <a:gd name="connsiteY23" fmla="*/ 441507 h 3180388"/>
              <a:gd name="connsiteX24" fmla="*/ 1136712 w 3116320"/>
              <a:gd name="connsiteY24" fmla="*/ 112944 h 3180388"/>
              <a:gd name="connsiteX25" fmla="*/ 1600559 w 3116320"/>
              <a:gd name="connsiteY25" fmla="*/ 0 h 3180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116320" h="3180388">
                <a:moveTo>
                  <a:pt x="1600559" y="0"/>
                </a:moveTo>
                <a:cubicBezTo>
                  <a:pt x="1688174" y="0"/>
                  <a:pt x="1765482" y="7701"/>
                  <a:pt x="1837635" y="17968"/>
                </a:cubicBezTo>
                <a:cubicBezTo>
                  <a:pt x="2033482" y="46204"/>
                  <a:pt x="2445790" y="105243"/>
                  <a:pt x="2716368" y="449207"/>
                </a:cubicBezTo>
                <a:cubicBezTo>
                  <a:pt x="2860675" y="634024"/>
                  <a:pt x="2907060" y="834242"/>
                  <a:pt x="2937983" y="965154"/>
                </a:cubicBezTo>
                <a:cubicBezTo>
                  <a:pt x="2937983" y="965154"/>
                  <a:pt x="2937983" y="965154"/>
                  <a:pt x="3059098" y="1486235"/>
                </a:cubicBezTo>
                <a:cubicBezTo>
                  <a:pt x="3087445" y="1599178"/>
                  <a:pt x="3120944" y="1740358"/>
                  <a:pt x="3115791" y="1909773"/>
                </a:cubicBezTo>
                <a:cubicBezTo>
                  <a:pt x="3110637" y="2169030"/>
                  <a:pt x="3012714" y="2402618"/>
                  <a:pt x="2845214" y="2572033"/>
                </a:cubicBezTo>
                <a:cubicBezTo>
                  <a:pt x="2690598" y="2726047"/>
                  <a:pt x="2512790" y="2787653"/>
                  <a:pt x="2404560" y="2826156"/>
                </a:cubicBezTo>
                <a:cubicBezTo>
                  <a:pt x="2394252" y="2828723"/>
                  <a:pt x="2363329" y="2841557"/>
                  <a:pt x="2350443" y="2844124"/>
                </a:cubicBezTo>
                <a:cubicBezTo>
                  <a:pt x="2337559" y="2854392"/>
                  <a:pt x="2304060" y="2882628"/>
                  <a:pt x="2291174" y="2892895"/>
                </a:cubicBezTo>
                <a:cubicBezTo>
                  <a:pt x="2211290" y="2957068"/>
                  <a:pt x="2100482" y="3044342"/>
                  <a:pt x="1948443" y="3105948"/>
                </a:cubicBezTo>
                <a:cubicBezTo>
                  <a:pt x="1824751" y="3154719"/>
                  <a:pt x="1690751" y="3180388"/>
                  <a:pt x="1554174" y="3180388"/>
                </a:cubicBezTo>
                <a:cubicBezTo>
                  <a:pt x="1348020" y="3180388"/>
                  <a:pt x="1128981" y="3121349"/>
                  <a:pt x="920250" y="3010973"/>
                </a:cubicBezTo>
                <a:cubicBezTo>
                  <a:pt x="734712" y="2913431"/>
                  <a:pt x="603289" y="2733748"/>
                  <a:pt x="528558" y="2597702"/>
                </a:cubicBezTo>
                <a:cubicBezTo>
                  <a:pt x="528558" y="2597702"/>
                  <a:pt x="528558" y="2597702"/>
                  <a:pt x="518250" y="2579734"/>
                </a:cubicBezTo>
                <a:cubicBezTo>
                  <a:pt x="518250" y="2579734"/>
                  <a:pt x="518250" y="2579734"/>
                  <a:pt x="510519" y="2566899"/>
                </a:cubicBezTo>
                <a:cubicBezTo>
                  <a:pt x="446096" y="2433420"/>
                  <a:pt x="368789" y="2310209"/>
                  <a:pt x="278596" y="2194699"/>
                </a:cubicBezTo>
                <a:cubicBezTo>
                  <a:pt x="278596" y="2194699"/>
                  <a:pt x="278596" y="2194699"/>
                  <a:pt x="273442" y="2189565"/>
                </a:cubicBezTo>
                <a:cubicBezTo>
                  <a:pt x="165211" y="2048386"/>
                  <a:pt x="-61558" y="1755759"/>
                  <a:pt x="15750" y="1365591"/>
                </a:cubicBezTo>
                <a:cubicBezTo>
                  <a:pt x="82750" y="1013925"/>
                  <a:pt x="353327" y="829109"/>
                  <a:pt x="482173" y="739267"/>
                </a:cubicBezTo>
                <a:cubicBezTo>
                  <a:pt x="489904" y="734133"/>
                  <a:pt x="497635" y="729000"/>
                  <a:pt x="502788" y="723866"/>
                </a:cubicBezTo>
                <a:cubicBezTo>
                  <a:pt x="608442" y="651993"/>
                  <a:pt x="698635" y="562151"/>
                  <a:pt x="773366" y="462042"/>
                </a:cubicBezTo>
                <a:cubicBezTo>
                  <a:pt x="778519" y="456908"/>
                  <a:pt x="783673" y="449207"/>
                  <a:pt x="786251" y="444074"/>
                </a:cubicBezTo>
                <a:cubicBezTo>
                  <a:pt x="786251" y="444074"/>
                  <a:pt x="786251" y="444074"/>
                  <a:pt x="788827" y="441507"/>
                </a:cubicBezTo>
                <a:cubicBezTo>
                  <a:pt x="853250" y="356799"/>
                  <a:pt x="956328" y="213053"/>
                  <a:pt x="1136712" y="112944"/>
                </a:cubicBezTo>
                <a:cubicBezTo>
                  <a:pt x="1275866" y="35937"/>
                  <a:pt x="1427905" y="0"/>
                  <a:pt x="1600559" y="0"/>
                </a:cubicBezTo>
                <a:close/>
              </a:path>
            </a:pathLst>
          </a:cu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4CB913E-4389-B860-6AF5-ED47851D0234}"/>
              </a:ext>
            </a:extLst>
          </p:cNvPr>
          <p:cNvSpPr txBox="1">
            <a:spLocks/>
          </p:cNvSpPr>
          <p:nvPr/>
        </p:nvSpPr>
        <p:spPr>
          <a:xfrm>
            <a:off x="2676526" y="414700"/>
            <a:ext cx="6838951" cy="876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Lato Black"/>
                <a:ea typeface="+mn-ea"/>
                <a:cs typeface="+mn-cs"/>
              </a:rPr>
              <a:t>CIERRE</a:t>
            </a:r>
            <a:endParaRPr kumimoji="0" lang="en-ID" sz="36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Lato Black"/>
              <a:ea typeface="+mn-ea"/>
              <a:cs typeface="+mn-cs"/>
            </a:endParaRP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FCD2A694-86D5-3B6B-E5BF-794A1711F388}"/>
              </a:ext>
            </a:extLst>
          </p:cNvPr>
          <p:cNvSpPr txBox="1">
            <a:spLocks/>
          </p:cNvSpPr>
          <p:nvPr/>
        </p:nvSpPr>
        <p:spPr>
          <a:xfrm>
            <a:off x="3028158" y="1160031"/>
            <a:ext cx="6135687" cy="261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25" kern="120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Lato Semibold"/>
                <a:ea typeface="+mn-ea"/>
                <a:cs typeface="+mn-cs"/>
              </a:rPr>
              <a:t>Sistema de onboarding RRHH</a:t>
            </a:r>
            <a:endParaRPr kumimoji="0" lang="en-ID" sz="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Lato Semibold"/>
              <a:ea typeface="+mn-ea"/>
              <a:cs typeface="+mn-cs"/>
            </a:endParaRPr>
          </a:p>
        </p:txBody>
      </p:sp>
      <p:sp>
        <p:nvSpPr>
          <p:cNvPr id="5" name="Oval 21">
            <a:extLst>
              <a:ext uri="{FF2B5EF4-FFF2-40B4-BE49-F238E27FC236}">
                <a16:creationId xmlns:a16="http://schemas.microsoft.com/office/drawing/2014/main" id="{3C6457FF-5C7D-672A-B29E-51E9A343BD7F}"/>
              </a:ext>
            </a:extLst>
          </p:cNvPr>
          <p:cNvSpPr/>
          <p:nvPr/>
        </p:nvSpPr>
        <p:spPr>
          <a:xfrm>
            <a:off x="5884278" y="3760844"/>
            <a:ext cx="472798" cy="472798"/>
          </a:xfrm>
          <a:prstGeom prst="ellipse">
            <a:avLst/>
          </a:prstGeom>
          <a:solidFill>
            <a:srgbClr val="FF503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 Semibold"/>
              <a:ea typeface="+mn-ea"/>
              <a:cs typeface="+mn-cs"/>
            </a:endParaRPr>
          </a:p>
        </p:txBody>
      </p:sp>
      <p:grpSp>
        <p:nvGrpSpPr>
          <p:cNvPr id="6" name="Group 18">
            <a:extLst>
              <a:ext uri="{FF2B5EF4-FFF2-40B4-BE49-F238E27FC236}">
                <a16:creationId xmlns:a16="http://schemas.microsoft.com/office/drawing/2014/main" id="{8D0F6367-CE03-9E9C-9EB7-62B6AEB5FA8A}"/>
              </a:ext>
            </a:extLst>
          </p:cNvPr>
          <p:cNvGrpSpPr/>
          <p:nvPr/>
        </p:nvGrpSpPr>
        <p:grpSpPr>
          <a:xfrm>
            <a:off x="6026247" y="3872145"/>
            <a:ext cx="188858" cy="250196"/>
            <a:chOff x="6351" y="0"/>
            <a:chExt cx="371475" cy="492125"/>
          </a:xfrm>
          <a:solidFill>
            <a:srgbClr val="FFFFFF"/>
          </a:solidFill>
        </p:grpSpPr>
        <p:sp>
          <p:nvSpPr>
            <p:cNvPr id="7" name="Freeform 23">
              <a:extLst>
                <a:ext uri="{FF2B5EF4-FFF2-40B4-BE49-F238E27FC236}">
                  <a16:creationId xmlns:a16="http://schemas.microsoft.com/office/drawing/2014/main" id="{4664CC7A-0CA2-D8C5-E248-5A79242378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426" y="88900"/>
              <a:ext cx="185738" cy="184150"/>
            </a:xfrm>
            <a:custGeom>
              <a:avLst/>
              <a:gdLst>
                <a:gd name="T0" fmla="*/ 24 w 48"/>
                <a:gd name="T1" fmla="*/ 48 h 48"/>
                <a:gd name="T2" fmla="*/ 48 w 48"/>
                <a:gd name="T3" fmla="*/ 24 h 48"/>
                <a:gd name="T4" fmla="*/ 24 w 48"/>
                <a:gd name="T5" fmla="*/ 0 h 48"/>
                <a:gd name="T6" fmla="*/ 0 w 48"/>
                <a:gd name="T7" fmla="*/ 24 h 48"/>
                <a:gd name="T8" fmla="*/ 24 w 48"/>
                <a:gd name="T9" fmla="*/ 48 h 48"/>
                <a:gd name="T10" fmla="*/ 24 w 48"/>
                <a:gd name="T11" fmla="*/ 4 h 48"/>
                <a:gd name="T12" fmla="*/ 44 w 48"/>
                <a:gd name="T13" fmla="*/ 24 h 48"/>
                <a:gd name="T14" fmla="*/ 24 w 48"/>
                <a:gd name="T15" fmla="*/ 44 h 48"/>
                <a:gd name="T16" fmla="*/ 4 w 48"/>
                <a:gd name="T17" fmla="*/ 24 h 48"/>
                <a:gd name="T18" fmla="*/ 24 w 48"/>
                <a:gd name="T19" fmla="*/ 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37" y="48"/>
                    <a:pt x="48" y="37"/>
                    <a:pt x="48" y="24"/>
                  </a:cubicBezTo>
                  <a:cubicBezTo>
                    <a:pt x="48" y="11"/>
                    <a:pt x="37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"/>
                  </a:moveTo>
                  <a:cubicBezTo>
                    <a:pt x="35" y="4"/>
                    <a:pt x="44" y="13"/>
                    <a:pt x="44" y="24"/>
                  </a:cubicBezTo>
                  <a:cubicBezTo>
                    <a:pt x="44" y="35"/>
                    <a:pt x="35" y="44"/>
                    <a:pt x="24" y="44"/>
                  </a:cubicBezTo>
                  <a:cubicBezTo>
                    <a:pt x="13" y="44"/>
                    <a:pt x="4" y="35"/>
                    <a:pt x="4" y="24"/>
                  </a:cubicBezTo>
                  <a:cubicBezTo>
                    <a:pt x="4" y="13"/>
                    <a:pt x="13" y="4"/>
                    <a:pt x="24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 24">
              <a:extLst>
                <a:ext uri="{FF2B5EF4-FFF2-40B4-BE49-F238E27FC236}">
                  <a16:creationId xmlns:a16="http://schemas.microsoft.com/office/drawing/2014/main" id="{9578DA80-CDED-E51F-0007-1FD6D58F38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51" y="0"/>
              <a:ext cx="371475" cy="492125"/>
            </a:xfrm>
            <a:custGeom>
              <a:avLst/>
              <a:gdLst>
                <a:gd name="T0" fmla="*/ 48 w 96"/>
                <a:gd name="T1" fmla="*/ 0 h 128"/>
                <a:gd name="T2" fmla="*/ 0 w 96"/>
                <a:gd name="T3" fmla="*/ 48 h 128"/>
                <a:gd name="T4" fmla="*/ 41 w 96"/>
                <a:gd name="T5" fmla="*/ 125 h 128"/>
                <a:gd name="T6" fmla="*/ 48 w 96"/>
                <a:gd name="T7" fmla="*/ 128 h 128"/>
                <a:gd name="T8" fmla="*/ 48 w 96"/>
                <a:gd name="T9" fmla="*/ 128 h 128"/>
                <a:gd name="T10" fmla="*/ 54 w 96"/>
                <a:gd name="T11" fmla="*/ 125 h 128"/>
                <a:gd name="T12" fmla="*/ 96 w 96"/>
                <a:gd name="T13" fmla="*/ 48 h 128"/>
                <a:gd name="T14" fmla="*/ 48 w 96"/>
                <a:gd name="T15" fmla="*/ 0 h 128"/>
                <a:gd name="T16" fmla="*/ 48 w 96"/>
                <a:gd name="T17" fmla="*/ 120 h 128"/>
                <a:gd name="T18" fmla="*/ 48 w 96"/>
                <a:gd name="T19" fmla="*/ 120 h 128"/>
                <a:gd name="T20" fmla="*/ 47 w 96"/>
                <a:gd name="T21" fmla="*/ 119 h 128"/>
                <a:gd name="T22" fmla="*/ 8 w 96"/>
                <a:gd name="T23" fmla="*/ 48 h 128"/>
                <a:gd name="T24" fmla="*/ 48 w 96"/>
                <a:gd name="T25" fmla="*/ 8 h 128"/>
                <a:gd name="T26" fmla="*/ 88 w 96"/>
                <a:gd name="T27" fmla="*/ 48 h 128"/>
                <a:gd name="T28" fmla="*/ 48 w 96"/>
                <a:gd name="T29" fmla="*/ 12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6" h="128">
                  <a:moveTo>
                    <a:pt x="48" y="0"/>
                  </a:moveTo>
                  <a:cubicBezTo>
                    <a:pt x="22" y="0"/>
                    <a:pt x="0" y="21"/>
                    <a:pt x="0" y="48"/>
                  </a:cubicBezTo>
                  <a:cubicBezTo>
                    <a:pt x="0" y="76"/>
                    <a:pt x="24" y="105"/>
                    <a:pt x="41" y="125"/>
                  </a:cubicBezTo>
                  <a:cubicBezTo>
                    <a:pt x="42" y="125"/>
                    <a:pt x="44" y="128"/>
                    <a:pt x="48" y="128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2" y="128"/>
                    <a:pt x="54" y="125"/>
                    <a:pt x="54" y="125"/>
                  </a:cubicBezTo>
                  <a:cubicBezTo>
                    <a:pt x="72" y="105"/>
                    <a:pt x="96" y="76"/>
                    <a:pt x="96" y="48"/>
                  </a:cubicBezTo>
                  <a:cubicBezTo>
                    <a:pt x="96" y="21"/>
                    <a:pt x="74" y="0"/>
                    <a:pt x="48" y="0"/>
                  </a:cubicBezTo>
                  <a:close/>
                  <a:moveTo>
                    <a:pt x="48" y="120"/>
                  </a:moveTo>
                  <a:cubicBezTo>
                    <a:pt x="48" y="120"/>
                    <a:pt x="48" y="120"/>
                    <a:pt x="48" y="120"/>
                  </a:cubicBezTo>
                  <a:cubicBezTo>
                    <a:pt x="48" y="120"/>
                    <a:pt x="48" y="120"/>
                    <a:pt x="47" y="119"/>
                  </a:cubicBezTo>
                  <a:cubicBezTo>
                    <a:pt x="33" y="103"/>
                    <a:pt x="8" y="74"/>
                    <a:pt x="8" y="48"/>
                  </a:cubicBezTo>
                  <a:cubicBezTo>
                    <a:pt x="8" y="26"/>
                    <a:pt x="26" y="8"/>
                    <a:pt x="48" y="8"/>
                  </a:cubicBezTo>
                  <a:cubicBezTo>
                    <a:pt x="70" y="8"/>
                    <a:pt x="88" y="26"/>
                    <a:pt x="88" y="48"/>
                  </a:cubicBezTo>
                  <a:cubicBezTo>
                    <a:pt x="88" y="74"/>
                    <a:pt x="63" y="103"/>
                    <a:pt x="48" y="1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1" name="TextBox 26">
            <a:extLst>
              <a:ext uri="{FF2B5EF4-FFF2-40B4-BE49-F238E27FC236}">
                <a16:creationId xmlns:a16="http://schemas.microsoft.com/office/drawing/2014/main" id="{F0EDD41D-573F-B0B2-08D5-5E982B7FE612}"/>
              </a:ext>
            </a:extLst>
          </p:cNvPr>
          <p:cNvSpPr txBox="1"/>
          <p:nvPr/>
        </p:nvSpPr>
        <p:spPr>
          <a:xfrm>
            <a:off x="8396884" y="3398372"/>
            <a:ext cx="17170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333333"/>
                </a:solidFill>
                <a:ea typeface="Lato" panose="020F0502020204030203" pitchFamily="34" charset="0"/>
                <a:cs typeface="Lato" panose="020F0502020204030203" pitchFamily="34" charset="0"/>
              </a:rPr>
              <a:t>info@civica-soft.com</a:t>
            </a:r>
          </a:p>
        </p:txBody>
      </p:sp>
      <p:sp>
        <p:nvSpPr>
          <p:cNvPr id="12" name="TextBox 27">
            <a:extLst>
              <a:ext uri="{FF2B5EF4-FFF2-40B4-BE49-F238E27FC236}">
                <a16:creationId xmlns:a16="http://schemas.microsoft.com/office/drawing/2014/main" id="{EFB2E341-0314-9C07-8C05-1094289C5B02}"/>
              </a:ext>
            </a:extLst>
          </p:cNvPr>
          <p:cNvSpPr txBox="1"/>
          <p:nvPr/>
        </p:nvSpPr>
        <p:spPr>
          <a:xfrm>
            <a:off x="8396884" y="3755841"/>
            <a:ext cx="15739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333333"/>
                </a:solidFill>
                <a:ea typeface="Lato" panose="020F0502020204030203" pitchFamily="34" charset="0"/>
                <a:cs typeface="Lato" panose="020F0502020204030203" pitchFamily="34" charset="0"/>
              </a:rPr>
              <a:t>958431780</a:t>
            </a:r>
          </a:p>
        </p:txBody>
      </p:sp>
      <p:grpSp>
        <p:nvGrpSpPr>
          <p:cNvPr id="13" name="Group 28">
            <a:extLst>
              <a:ext uri="{FF2B5EF4-FFF2-40B4-BE49-F238E27FC236}">
                <a16:creationId xmlns:a16="http://schemas.microsoft.com/office/drawing/2014/main" id="{752B3F2B-AD4C-70B4-792A-DCF95CA1EDBA}"/>
              </a:ext>
            </a:extLst>
          </p:cNvPr>
          <p:cNvGrpSpPr/>
          <p:nvPr/>
        </p:nvGrpSpPr>
        <p:grpSpPr>
          <a:xfrm>
            <a:off x="8124222" y="3784542"/>
            <a:ext cx="224984" cy="224985"/>
            <a:chOff x="8255488" y="4231248"/>
            <a:chExt cx="475936" cy="475938"/>
          </a:xfrm>
        </p:grpSpPr>
        <p:sp>
          <p:nvSpPr>
            <p:cNvPr id="14" name="Oval 29">
              <a:extLst>
                <a:ext uri="{FF2B5EF4-FFF2-40B4-BE49-F238E27FC236}">
                  <a16:creationId xmlns:a16="http://schemas.microsoft.com/office/drawing/2014/main" id="{C71D3813-1AA8-98E4-3A85-2F5BD5794C48}"/>
                </a:ext>
              </a:extLst>
            </p:cNvPr>
            <p:cNvSpPr/>
            <p:nvPr/>
          </p:nvSpPr>
          <p:spPr>
            <a:xfrm>
              <a:off x="8255488" y="4231248"/>
              <a:ext cx="475936" cy="475938"/>
            </a:xfrm>
            <a:prstGeom prst="ellipse">
              <a:avLst/>
            </a:prstGeom>
            <a:solidFill>
              <a:srgbClr val="FF503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 Semibold"/>
                <a:ea typeface="+mn-ea"/>
                <a:cs typeface="+mn-cs"/>
              </a:endParaRPr>
            </a:p>
          </p:txBody>
        </p:sp>
        <p:grpSp>
          <p:nvGrpSpPr>
            <p:cNvPr id="15" name="Group 30">
              <a:extLst>
                <a:ext uri="{FF2B5EF4-FFF2-40B4-BE49-F238E27FC236}">
                  <a16:creationId xmlns:a16="http://schemas.microsoft.com/office/drawing/2014/main" id="{B9D7EE15-73D7-DC71-4335-25159A113071}"/>
                </a:ext>
              </a:extLst>
            </p:cNvPr>
            <p:cNvGrpSpPr/>
            <p:nvPr/>
          </p:nvGrpSpPr>
          <p:grpSpPr>
            <a:xfrm>
              <a:off x="8358134" y="4359115"/>
              <a:ext cx="267501" cy="210246"/>
              <a:chOff x="1485900" y="66675"/>
              <a:chExt cx="452438" cy="355600"/>
            </a:xfrm>
            <a:solidFill>
              <a:srgbClr val="FFFFFF"/>
            </a:solidFill>
          </p:grpSpPr>
          <p:sp>
            <p:nvSpPr>
              <p:cNvPr id="16" name="Freeform 5">
                <a:extLst>
                  <a:ext uri="{FF2B5EF4-FFF2-40B4-BE49-F238E27FC236}">
                    <a16:creationId xmlns:a16="http://schemas.microsoft.com/office/drawing/2014/main" id="{71BEA06A-BC14-7C47-1B1C-8C7BE20A02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5900" y="66675"/>
                <a:ext cx="452438" cy="101600"/>
              </a:xfrm>
              <a:custGeom>
                <a:avLst/>
                <a:gdLst>
                  <a:gd name="T0" fmla="*/ 110 w 124"/>
                  <a:gd name="T1" fmla="*/ 11 h 27"/>
                  <a:gd name="T2" fmla="*/ 67 w 124"/>
                  <a:gd name="T3" fmla="*/ 1 h 27"/>
                  <a:gd name="T4" fmla="*/ 12 w 124"/>
                  <a:gd name="T5" fmla="*/ 11 h 27"/>
                  <a:gd name="T6" fmla="*/ 0 w 124"/>
                  <a:gd name="T7" fmla="*/ 25 h 27"/>
                  <a:gd name="T8" fmla="*/ 36 w 124"/>
                  <a:gd name="T9" fmla="*/ 24 h 27"/>
                  <a:gd name="T10" fmla="*/ 39 w 124"/>
                  <a:gd name="T11" fmla="*/ 17 h 27"/>
                  <a:gd name="T12" fmla="*/ 77 w 124"/>
                  <a:gd name="T13" fmla="*/ 16 h 27"/>
                  <a:gd name="T14" fmla="*/ 87 w 124"/>
                  <a:gd name="T15" fmla="*/ 23 h 27"/>
                  <a:gd name="T16" fmla="*/ 124 w 124"/>
                  <a:gd name="T17" fmla="*/ 27 h 27"/>
                  <a:gd name="T18" fmla="*/ 110 w 124"/>
                  <a:gd name="T19" fmla="*/ 1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4" h="27">
                    <a:moveTo>
                      <a:pt x="110" y="11"/>
                    </a:moveTo>
                    <a:cubicBezTo>
                      <a:pt x="95" y="5"/>
                      <a:pt x="81" y="2"/>
                      <a:pt x="67" y="1"/>
                    </a:cubicBezTo>
                    <a:cubicBezTo>
                      <a:pt x="41" y="0"/>
                      <a:pt x="20" y="7"/>
                      <a:pt x="12" y="11"/>
                    </a:cubicBezTo>
                    <a:cubicBezTo>
                      <a:pt x="0" y="17"/>
                      <a:pt x="0" y="25"/>
                      <a:pt x="0" y="25"/>
                    </a:cubicBezTo>
                    <a:cubicBezTo>
                      <a:pt x="0" y="25"/>
                      <a:pt x="28" y="24"/>
                      <a:pt x="36" y="24"/>
                    </a:cubicBezTo>
                    <a:cubicBezTo>
                      <a:pt x="35" y="20"/>
                      <a:pt x="36" y="17"/>
                      <a:pt x="39" y="17"/>
                    </a:cubicBezTo>
                    <a:cubicBezTo>
                      <a:pt x="59" y="12"/>
                      <a:pt x="77" y="16"/>
                      <a:pt x="77" y="16"/>
                    </a:cubicBezTo>
                    <a:cubicBezTo>
                      <a:pt x="87" y="17"/>
                      <a:pt x="87" y="23"/>
                      <a:pt x="87" y="23"/>
                    </a:cubicBezTo>
                    <a:cubicBezTo>
                      <a:pt x="124" y="27"/>
                      <a:pt x="124" y="27"/>
                      <a:pt x="124" y="27"/>
                    </a:cubicBezTo>
                    <a:cubicBezTo>
                      <a:pt x="124" y="21"/>
                      <a:pt x="123" y="16"/>
                      <a:pt x="11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" name="Freeform 6">
                <a:extLst>
                  <a:ext uri="{FF2B5EF4-FFF2-40B4-BE49-F238E27FC236}">
                    <a16:creationId xmlns:a16="http://schemas.microsoft.com/office/drawing/2014/main" id="{CD6E91EB-627E-FA9D-82F5-084AF2D763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8638" y="171450"/>
                <a:ext cx="134938" cy="49213"/>
              </a:xfrm>
              <a:custGeom>
                <a:avLst/>
                <a:gdLst>
                  <a:gd name="T0" fmla="*/ 27 w 37"/>
                  <a:gd name="T1" fmla="*/ 13 h 13"/>
                  <a:gd name="T2" fmla="*/ 37 w 37"/>
                  <a:gd name="T3" fmla="*/ 4 h 13"/>
                  <a:gd name="T4" fmla="*/ 0 w 37"/>
                  <a:gd name="T5" fmla="*/ 0 h 13"/>
                  <a:gd name="T6" fmla="*/ 27 w 37"/>
                  <a:gd name="T7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7" h="13">
                    <a:moveTo>
                      <a:pt x="27" y="13"/>
                    </a:moveTo>
                    <a:cubicBezTo>
                      <a:pt x="37" y="12"/>
                      <a:pt x="37" y="4"/>
                      <a:pt x="37" y="4"/>
                    </a:cubicBezTo>
                    <a:cubicBezTo>
                      <a:pt x="37" y="4"/>
                      <a:pt x="10" y="1"/>
                      <a:pt x="0" y="0"/>
                    </a:cubicBezTo>
                    <a:cubicBezTo>
                      <a:pt x="1" y="11"/>
                      <a:pt x="16" y="13"/>
                      <a:pt x="27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" name="Freeform 7">
                <a:extLst>
                  <a:ext uri="{FF2B5EF4-FFF2-40B4-BE49-F238E27FC236}">
                    <a16:creationId xmlns:a16="http://schemas.microsoft.com/office/drawing/2014/main" id="{34B380A6-9993-1C73-D5DD-18DF1A382A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9075" y="174625"/>
                <a:ext cx="134938" cy="46038"/>
              </a:xfrm>
              <a:custGeom>
                <a:avLst/>
                <a:gdLst>
                  <a:gd name="T0" fmla="*/ 35 w 37"/>
                  <a:gd name="T1" fmla="*/ 0 h 12"/>
                  <a:gd name="T2" fmla="*/ 0 w 37"/>
                  <a:gd name="T3" fmla="*/ 2 h 12"/>
                  <a:gd name="T4" fmla="*/ 11 w 37"/>
                  <a:gd name="T5" fmla="*/ 11 h 12"/>
                  <a:gd name="T6" fmla="*/ 29 w 37"/>
                  <a:gd name="T7" fmla="*/ 10 h 12"/>
                  <a:gd name="T8" fmla="*/ 35 w 37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" h="12">
                    <a:moveTo>
                      <a:pt x="35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3" y="12"/>
                      <a:pt x="11" y="11"/>
                    </a:cubicBezTo>
                    <a:cubicBezTo>
                      <a:pt x="19" y="11"/>
                      <a:pt x="29" y="10"/>
                      <a:pt x="29" y="10"/>
                    </a:cubicBezTo>
                    <a:cubicBezTo>
                      <a:pt x="29" y="10"/>
                      <a:pt x="37" y="9"/>
                      <a:pt x="3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9" name="Freeform 8">
                <a:extLst>
                  <a:ext uri="{FF2B5EF4-FFF2-40B4-BE49-F238E27FC236}">
                    <a16:creationId xmlns:a16="http://schemas.microsoft.com/office/drawing/2014/main" id="{C737D9E1-48A7-5E35-E6E8-BED5DB2A9F0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89075" y="174625"/>
                <a:ext cx="449263" cy="247650"/>
              </a:xfrm>
              <a:custGeom>
                <a:avLst/>
                <a:gdLst>
                  <a:gd name="T0" fmla="*/ 83 w 123"/>
                  <a:gd name="T1" fmla="*/ 1 h 66"/>
                  <a:gd name="T2" fmla="*/ 78 w 123"/>
                  <a:gd name="T3" fmla="*/ 0 h 66"/>
                  <a:gd name="T4" fmla="*/ 78 w 123"/>
                  <a:gd name="T5" fmla="*/ 4 h 66"/>
                  <a:gd name="T6" fmla="*/ 76 w 123"/>
                  <a:gd name="T7" fmla="*/ 7 h 66"/>
                  <a:gd name="T8" fmla="*/ 61 w 123"/>
                  <a:gd name="T9" fmla="*/ 7 h 66"/>
                  <a:gd name="T10" fmla="*/ 47 w 123"/>
                  <a:gd name="T11" fmla="*/ 7 h 66"/>
                  <a:gd name="T12" fmla="*/ 44 w 123"/>
                  <a:gd name="T13" fmla="*/ 4 h 66"/>
                  <a:gd name="T14" fmla="*/ 44 w 123"/>
                  <a:gd name="T15" fmla="*/ 0 h 66"/>
                  <a:gd name="T16" fmla="*/ 40 w 123"/>
                  <a:gd name="T17" fmla="*/ 1 h 66"/>
                  <a:gd name="T18" fmla="*/ 26 w 123"/>
                  <a:gd name="T19" fmla="*/ 37 h 66"/>
                  <a:gd name="T20" fmla="*/ 25 w 123"/>
                  <a:gd name="T21" fmla="*/ 66 h 66"/>
                  <a:gd name="T22" fmla="*/ 47 w 123"/>
                  <a:gd name="T23" fmla="*/ 66 h 66"/>
                  <a:gd name="T24" fmla="*/ 76 w 123"/>
                  <a:gd name="T25" fmla="*/ 66 h 66"/>
                  <a:gd name="T26" fmla="*/ 97 w 123"/>
                  <a:gd name="T27" fmla="*/ 66 h 66"/>
                  <a:gd name="T28" fmla="*/ 96 w 123"/>
                  <a:gd name="T29" fmla="*/ 37 h 66"/>
                  <a:gd name="T30" fmla="*/ 83 w 123"/>
                  <a:gd name="T31" fmla="*/ 1 h 66"/>
                  <a:gd name="T32" fmla="*/ 53 w 123"/>
                  <a:gd name="T33" fmla="*/ 51 h 66"/>
                  <a:gd name="T34" fmla="*/ 45 w 123"/>
                  <a:gd name="T35" fmla="*/ 51 h 66"/>
                  <a:gd name="T36" fmla="*/ 45 w 123"/>
                  <a:gd name="T37" fmla="*/ 43 h 66"/>
                  <a:gd name="T38" fmla="*/ 53 w 123"/>
                  <a:gd name="T39" fmla="*/ 43 h 66"/>
                  <a:gd name="T40" fmla="*/ 53 w 123"/>
                  <a:gd name="T41" fmla="*/ 51 h 66"/>
                  <a:gd name="T42" fmla="*/ 53 w 123"/>
                  <a:gd name="T43" fmla="*/ 39 h 66"/>
                  <a:gd name="T44" fmla="*/ 45 w 123"/>
                  <a:gd name="T45" fmla="*/ 39 h 66"/>
                  <a:gd name="T46" fmla="*/ 45 w 123"/>
                  <a:gd name="T47" fmla="*/ 31 h 66"/>
                  <a:gd name="T48" fmla="*/ 53 w 123"/>
                  <a:gd name="T49" fmla="*/ 31 h 66"/>
                  <a:gd name="T50" fmla="*/ 53 w 123"/>
                  <a:gd name="T51" fmla="*/ 39 h 66"/>
                  <a:gd name="T52" fmla="*/ 53 w 123"/>
                  <a:gd name="T53" fmla="*/ 28 h 66"/>
                  <a:gd name="T54" fmla="*/ 45 w 123"/>
                  <a:gd name="T55" fmla="*/ 28 h 66"/>
                  <a:gd name="T56" fmla="*/ 45 w 123"/>
                  <a:gd name="T57" fmla="*/ 20 h 66"/>
                  <a:gd name="T58" fmla="*/ 53 w 123"/>
                  <a:gd name="T59" fmla="*/ 20 h 66"/>
                  <a:gd name="T60" fmla="*/ 53 w 123"/>
                  <a:gd name="T61" fmla="*/ 28 h 66"/>
                  <a:gd name="T62" fmla="*/ 65 w 123"/>
                  <a:gd name="T63" fmla="*/ 51 h 66"/>
                  <a:gd name="T64" fmla="*/ 57 w 123"/>
                  <a:gd name="T65" fmla="*/ 51 h 66"/>
                  <a:gd name="T66" fmla="*/ 57 w 123"/>
                  <a:gd name="T67" fmla="*/ 43 h 66"/>
                  <a:gd name="T68" fmla="*/ 65 w 123"/>
                  <a:gd name="T69" fmla="*/ 43 h 66"/>
                  <a:gd name="T70" fmla="*/ 65 w 123"/>
                  <a:gd name="T71" fmla="*/ 51 h 66"/>
                  <a:gd name="T72" fmla="*/ 65 w 123"/>
                  <a:gd name="T73" fmla="*/ 39 h 66"/>
                  <a:gd name="T74" fmla="*/ 57 w 123"/>
                  <a:gd name="T75" fmla="*/ 39 h 66"/>
                  <a:gd name="T76" fmla="*/ 57 w 123"/>
                  <a:gd name="T77" fmla="*/ 31 h 66"/>
                  <a:gd name="T78" fmla="*/ 65 w 123"/>
                  <a:gd name="T79" fmla="*/ 31 h 66"/>
                  <a:gd name="T80" fmla="*/ 65 w 123"/>
                  <a:gd name="T81" fmla="*/ 39 h 66"/>
                  <a:gd name="T82" fmla="*/ 65 w 123"/>
                  <a:gd name="T83" fmla="*/ 28 h 66"/>
                  <a:gd name="T84" fmla="*/ 57 w 123"/>
                  <a:gd name="T85" fmla="*/ 28 h 66"/>
                  <a:gd name="T86" fmla="*/ 57 w 123"/>
                  <a:gd name="T87" fmla="*/ 20 h 66"/>
                  <a:gd name="T88" fmla="*/ 65 w 123"/>
                  <a:gd name="T89" fmla="*/ 20 h 66"/>
                  <a:gd name="T90" fmla="*/ 65 w 123"/>
                  <a:gd name="T91" fmla="*/ 28 h 66"/>
                  <a:gd name="T92" fmla="*/ 77 w 123"/>
                  <a:gd name="T93" fmla="*/ 51 h 66"/>
                  <a:gd name="T94" fmla="*/ 69 w 123"/>
                  <a:gd name="T95" fmla="*/ 51 h 66"/>
                  <a:gd name="T96" fmla="*/ 69 w 123"/>
                  <a:gd name="T97" fmla="*/ 43 h 66"/>
                  <a:gd name="T98" fmla="*/ 77 w 123"/>
                  <a:gd name="T99" fmla="*/ 43 h 66"/>
                  <a:gd name="T100" fmla="*/ 77 w 123"/>
                  <a:gd name="T101" fmla="*/ 51 h 66"/>
                  <a:gd name="T102" fmla="*/ 77 w 123"/>
                  <a:gd name="T103" fmla="*/ 39 h 66"/>
                  <a:gd name="T104" fmla="*/ 69 w 123"/>
                  <a:gd name="T105" fmla="*/ 39 h 66"/>
                  <a:gd name="T106" fmla="*/ 69 w 123"/>
                  <a:gd name="T107" fmla="*/ 31 h 66"/>
                  <a:gd name="T108" fmla="*/ 77 w 123"/>
                  <a:gd name="T109" fmla="*/ 31 h 66"/>
                  <a:gd name="T110" fmla="*/ 77 w 123"/>
                  <a:gd name="T111" fmla="*/ 39 h 66"/>
                  <a:gd name="T112" fmla="*/ 77 w 123"/>
                  <a:gd name="T113" fmla="*/ 28 h 66"/>
                  <a:gd name="T114" fmla="*/ 69 w 123"/>
                  <a:gd name="T115" fmla="*/ 28 h 66"/>
                  <a:gd name="T116" fmla="*/ 69 w 123"/>
                  <a:gd name="T117" fmla="*/ 20 h 66"/>
                  <a:gd name="T118" fmla="*/ 77 w 123"/>
                  <a:gd name="T119" fmla="*/ 20 h 66"/>
                  <a:gd name="T120" fmla="*/ 77 w 123"/>
                  <a:gd name="T121" fmla="*/ 28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3" h="66">
                    <a:moveTo>
                      <a:pt x="83" y="1"/>
                    </a:moveTo>
                    <a:cubicBezTo>
                      <a:pt x="78" y="0"/>
                      <a:pt x="78" y="0"/>
                      <a:pt x="78" y="0"/>
                    </a:cubicBezTo>
                    <a:cubicBezTo>
                      <a:pt x="78" y="0"/>
                      <a:pt x="78" y="1"/>
                      <a:pt x="78" y="4"/>
                    </a:cubicBezTo>
                    <a:cubicBezTo>
                      <a:pt x="79" y="7"/>
                      <a:pt x="76" y="7"/>
                      <a:pt x="76" y="7"/>
                    </a:cubicBezTo>
                    <a:cubicBezTo>
                      <a:pt x="61" y="7"/>
                      <a:pt x="61" y="7"/>
                      <a:pt x="61" y="7"/>
                    </a:cubicBezTo>
                    <a:cubicBezTo>
                      <a:pt x="47" y="7"/>
                      <a:pt x="47" y="7"/>
                      <a:pt x="47" y="7"/>
                    </a:cubicBezTo>
                    <a:cubicBezTo>
                      <a:pt x="47" y="7"/>
                      <a:pt x="44" y="7"/>
                      <a:pt x="44" y="4"/>
                    </a:cubicBezTo>
                    <a:cubicBezTo>
                      <a:pt x="45" y="1"/>
                      <a:pt x="44" y="0"/>
                      <a:pt x="44" y="0"/>
                    </a:cubicBezTo>
                    <a:cubicBezTo>
                      <a:pt x="40" y="1"/>
                      <a:pt x="40" y="1"/>
                      <a:pt x="40" y="1"/>
                    </a:cubicBezTo>
                    <a:cubicBezTo>
                      <a:pt x="40" y="1"/>
                      <a:pt x="37" y="25"/>
                      <a:pt x="26" y="37"/>
                    </a:cubicBezTo>
                    <a:cubicBezTo>
                      <a:pt x="0" y="63"/>
                      <a:pt x="25" y="66"/>
                      <a:pt x="25" y="66"/>
                    </a:cubicBezTo>
                    <a:cubicBezTo>
                      <a:pt x="47" y="66"/>
                      <a:pt x="47" y="66"/>
                      <a:pt x="47" y="66"/>
                    </a:cubicBezTo>
                    <a:cubicBezTo>
                      <a:pt x="76" y="66"/>
                      <a:pt x="76" y="66"/>
                      <a:pt x="76" y="66"/>
                    </a:cubicBezTo>
                    <a:cubicBezTo>
                      <a:pt x="97" y="66"/>
                      <a:pt x="97" y="66"/>
                      <a:pt x="97" y="66"/>
                    </a:cubicBezTo>
                    <a:cubicBezTo>
                      <a:pt x="97" y="66"/>
                      <a:pt x="123" y="63"/>
                      <a:pt x="96" y="37"/>
                    </a:cubicBezTo>
                    <a:cubicBezTo>
                      <a:pt x="86" y="25"/>
                      <a:pt x="83" y="1"/>
                      <a:pt x="83" y="1"/>
                    </a:cubicBezTo>
                    <a:close/>
                    <a:moveTo>
                      <a:pt x="53" y="51"/>
                    </a:move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43"/>
                      <a:pt x="45" y="43"/>
                      <a:pt x="45" y="43"/>
                    </a:cubicBezTo>
                    <a:cubicBezTo>
                      <a:pt x="53" y="43"/>
                      <a:pt x="53" y="43"/>
                      <a:pt x="53" y="43"/>
                    </a:cubicBezTo>
                    <a:lnTo>
                      <a:pt x="53" y="51"/>
                    </a:lnTo>
                    <a:close/>
                    <a:moveTo>
                      <a:pt x="53" y="39"/>
                    </a:moveTo>
                    <a:cubicBezTo>
                      <a:pt x="45" y="39"/>
                      <a:pt x="45" y="39"/>
                      <a:pt x="45" y="39"/>
                    </a:cubicBezTo>
                    <a:cubicBezTo>
                      <a:pt x="45" y="31"/>
                      <a:pt x="45" y="31"/>
                      <a:pt x="45" y="31"/>
                    </a:cubicBezTo>
                    <a:cubicBezTo>
                      <a:pt x="53" y="31"/>
                      <a:pt x="53" y="31"/>
                      <a:pt x="53" y="31"/>
                    </a:cubicBezTo>
                    <a:lnTo>
                      <a:pt x="53" y="39"/>
                    </a:lnTo>
                    <a:close/>
                    <a:moveTo>
                      <a:pt x="53" y="28"/>
                    </a:moveTo>
                    <a:cubicBezTo>
                      <a:pt x="45" y="28"/>
                      <a:pt x="45" y="28"/>
                      <a:pt x="45" y="28"/>
                    </a:cubicBezTo>
                    <a:cubicBezTo>
                      <a:pt x="45" y="20"/>
                      <a:pt x="45" y="20"/>
                      <a:pt x="45" y="20"/>
                    </a:cubicBezTo>
                    <a:cubicBezTo>
                      <a:pt x="53" y="20"/>
                      <a:pt x="53" y="20"/>
                      <a:pt x="53" y="20"/>
                    </a:cubicBezTo>
                    <a:lnTo>
                      <a:pt x="53" y="28"/>
                    </a:lnTo>
                    <a:close/>
                    <a:moveTo>
                      <a:pt x="65" y="51"/>
                    </a:moveTo>
                    <a:cubicBezTo>
                      <a:pt x="57" y="51"/>
                      <a:pt x="57" y="51"/>
                      <a:pt x="57" y="51"/>
                    </a:cubicBezTo>
                    <a:cubicBezTo>
                      <a:pt x="57" y="43"/>
                      <a:pt x="57" y="43"/>
                      <a:pt x="57" y="43"/>
                    </a:cubicBezTo>
                    <a:cubicBezTo>
                      <a:pt x="65" y="43"/>
                      <a:pt x="65" y="43"/>
                      <a:pt x="65" y="43"/>
                    </a:cubicBezTo>
                    <a:lnTo>
                      <a:pt x="65" y="51"/>
                    </a:lnTo>
                    <a:close/>
                    <a:moveTo>
                      <a:pt x="65" y="39"/>
                    </a:moveTo>
                    <a:cubicBezTo>
                      <a:pt x="57" y="39"/>
                      <a:pt x="57" y="39"/>
                      <a:pt x="57" y="39"/>
                    </a:cubicBezTo>
                    <a:cubicBezTo>
                      <a:pt x="57" y="31"/>
                      <a:pt x="57" y="31"/>
                      <a:pt x="57" y="31"/>
                    </a:cubicBezTo>
                    <a:cubicBezTo>
                      <a:pt x="65" y="31"/>
                      <a:pt x="65" y="31"/>
                      <a:pt x="65" y="31"/>
                    </a:cubicBezTo>
                    <a:lnTo>
                      <a:pt x="65" y="39"/>
                    </a:lnTo>
                    <a:close/>
                    <a:moveTo>
                      <a:pt x="65" y="28"/>
                    </a:moveTo>
                    <a:cubicBezTo>
                      <a:pt x="57" y="28"/>
                      <a:pt x="57" y="28"/>
                      <a:pt x="57" y="28"/>
                    </a:cubicBezTo>
                    <a:cubicBezTo>
                      <a:pt x="57" y="20"/>
                      <a:pt x="57" y="20"/>
                      <a:pt x="57" y="20"/>
                    </a:cubicBezTo>
                    <a:cubicBezTo>
                      <a:pt x="65" y="20"/>
                      <a:pt x="65" y="20"/>
                      <a:pt x="65" y="20"/>
                    </a:cubicBezTo>
                    <a:lnTo>
                      <a:pt x="65" y="28"/>
                    </a:lnTo>
                    <a:close/>
                    <a:moveTo>
                      <a:pt x="77" y="51"/>
                    </a:moveTo>
                    <a:cubicBezTo>
                      <a:pt x="69" y="51"/>
                      <a:pt x="69" y="51"/>
                      <a:pt x="69" y="51"/>
                    </a:cubicBezTo>
                    <a:cubicBezTo>
                      <a:pt x="69" y="43"/>
                      <a:pt x="69" y="43"/>
                      <a:pt x="69" y="43"/>
                    </a:cubicBezTo>
                    <a:cubicBezTo>
                      <a:pt x="77" y="43"/>
                      <a:pt x="77" y="43"/>
                      <a:pt x="77" y="43"/>
                    </a:cubicBezTo>
                    <a:lnTo>
                      <a:pt x="77" y="51"/>
                    </a:lnTo>
                    <a:close/>
                    <a:moveTo>
                      <a:pt x="77" y="39"/>
                    </a:moveTo>
                    <a:cubicBezTo>
                      <a:pt x="69" y="39"/>
                      <a:pt x="69" y="39"/>
                      <a:pt x="69" y="39"/>
                    </a:cubicBezTo>
                    <a:cubicBezTo>
                      <a:pt x="69" y="31"/>
                      <a:pt x="69" y="31"/>
                      <a:pt x="69" y="31"/>
                    </a:cubicBezTo>
                    <a:cubicBezTo>
                      <a:pt x="77" y="31"/>
                      <a:pt x="77" y="31"/>
                      <a:pt x="77" y="31"/>
                    </a:cubicBezTo>
                    <a:lnTo>
                      <a:pt x="77" y="39"/>
                    </a:lnTo>
                    <a:close/>
                    <a:moveTo>
                      <a:pt x="77" y="28"/>
                    </a:moveTo>
                    <a:cubicBezTo>
                      <a:pt x="69" y="28"/>
                      <a:pt x="69" y="28"/>
                      <a:pt x="69" y="28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77" y="20"/>
                      <a:pt x="77" y="20"/>
                      <a:pt x="77" y="20"/>
                    </a:cubicBezTo>
                    <a:lnTo>
                      <a:pt x="77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20" name="Group 35">
            <a:extLst>
              <a:ext uri="{FF2B5EF4-FFF2-40B4-BE49-F238E27FC236}">
                <a16:creationId xmlns:a16="http://schemas.microsoft.com/office/drawing/2014/main" id="{8D4105E5-329E-0494-CA5B-CCE9EB4DB6EE}"/>
              </a:ext>
            </a:extLst>
          </p:cNvPr>
          <p:cNvGrpSpPr/>
          <p:nvPr/>
        </p:nvGrpSpPr>
        <p:grpSpPr>
          <a:xfrm>
            <a:off x="8124222" y="3427074"/>
            <a:ext cx="224984" cy="224985"/>
            <a:chOff x="8255488" y="3557848"/>
            <a:chExt cx="475936" cy="475938"/>
          </a:xfrm>
        </p:grpSpPr>
        <p:sp>
          <p:nvSpPr>
            <p:cNvPr id="21" name="Oval 36">
              <a:extLst>
                <a:ext uri="{FF2B5EF4-FFF2-40B4-BE49-F238E27FC236}">
                  <a16:creationId xmlns:a16="http://schemas.microsoft.com/office/drawing/2014/main" id="{2117CE1B-7AEF-482F-37CD-7C3FF20D50DE}"/>
                </a:ext>
              </a:extLst>
            </p:cNvPr>
            <p:cNvSpPr/>
            <p:nvPr/>
          </p:nvSpPr>
          <p:spPr>
            <a:xfrm>
              <a:off x="8255488" y="3557848"/>
              <a:ext cx="475936" cy="475938"/>
            </a:xfrm>
            <a:prstGeom prst="ellipse">
              <a:avLst/>
            </a:prstGeom>
            <a:solidFill>
              <a:srgbClr val="FF503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 Semibold"/>
                <a:ea typeface="+mn-ea"/>
                <a:cs typeface="+mn-cs"/>
              </a:endParaRPr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B38ADC57-FA71-E09D-1BAF-9012DC931C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85547" y="3705850"/>
              <a:ext cx="232772" cy="177395"/>
            </a:xfrm>
            <a:custGeom>
              <a:avLst/>
              <a:gdLst>
                <a:gd name="T0" fmla="*/ 95 w 108"/>
                <a:gd name="T1" fmla="*/ 0 h 80"/>
                <a:gd name="T2" fmla="*/ 13 w 108"/>
                <a:gd name="T3" fmla="*/ 0 h 80"/>
                <a:gd name="T4" fmla="*/ 0 w 108"/>
                <a:gd name="T5" fmla="*/ 14 h 80"/>
                <a:gd name="T6" fmla="*/ 0 w 108"/>
                <a:gd name="T7" fmla="*/ 67 h 80"/>
                <a:gd name="T8" fmla="*/ 13 w 108"/>
                <a:gd name="T9" fmla="*/ 80 h 80"/>
                <a:gd name="T10" fmla="*/ 95 w 108"/>
                <a:gd name="T11" fmla="*/ 80 h 80"/>
                <a:gd name="T12" fmla="*/ 108 w 108"/>
                <a:gd name="T13" fmla="*/ 67 h 80"/>
                <a:gd name="T14" fmla="*/ 108 w 108"/>
                <a:gd name="T15" fmla="*/ 14 h 80"/>
                <a:gd name="T16" fmla="*/ 95 w 108"/>
                <a:gd name="T17" fmla="*/ 0 h 80"/>
                <a:gd name="T18" fmla="*/ 92 w 108"/>
                <a:gd name="T19" fmla="*/ 10 h 80"/>
                <a:gd name="T20" fmla="*/ 54 w 108"/>
                <a:gd name="T21" fmla="*/ 37 h 80"/>
                <a:gd name="T22" fmla="*/ 19 w 108"/>
                <a:gd name="T23" fmla="*/ 10 h 80"/>
                <a:gd name="T24" fmla="*/ 92 w 108"/>
                <a:gd name="T25" fmla="*/ 10 h 80"/>
                <a:gd name="T26" fmla="*/ 95 w 108"/>
                <a:gd name="T27" fmla="*/ 70 h 80"/>
                <a:gd name="T28" fmla="*/ 13 w 108"/>
                <a:gd name="T29" fmla="*/ 70 h 80"/>
                <a:gd name="T30" fmla="*/ 10 w 108"/>
                <a:gd name="T31" fmla="*/ 67 h 80"/>
                <a:gd name="T32" fmla="*/ 10 w 108"/>
                <a:gd name="T33" fmla="*/ 16 h 80"/>
                <a:gd name="T34" fmla="*/ 54 w 108"/>
                <a:gd name="T35" fmla="*/ 50 h 80"/>
                <a:gd name="T36" fmla="*/ 98 w 108"/>
                <a:gd name="T37" fmla="*/ 19 h 80"/>
                <a:gd name="T38" fmla="*/ 98 w 108"/>
                <a:gd name="T39" fmla="*/ 67 h 80"/>
                <a:gd name="T40" fmla="*/ 95 w 108"/>
                <a:gd name="T41" fmla="*/ 7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8" h="80">
                  <a:moveTo>
                    <a:pt x="95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5" y="0"/>
                    <a:pt x="0" y="6"/>
                    <a:pt x="0" y="14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4"/>
                    <a:pt x="5" y="80"/>
                    <a:pt x="13" y="80"/>
                  </a:cubicBezTo>
                  <a:cubicBezTo>
                    <a:pt x="95" y="80"/>
                    <a:pt x="95" y="80"/>
                    <a:pt x="95" y="80"/>
                  </a:cubicBezTo>
                  <a:cubicBezTo>
                    <a:pt x="102" y="80"/>
                    <a:pt x="108" y="74"/>
                    <a:pt x="108" y="67"/>
                  </a:cubicBezTo>
                  <a:cubicBezTo>
                    <a:pt x="108" y="14"/>
                    <a:pt x="108" y="14"/>
                    <a:pt x="108" y="14"/>
                  </a:cubicBezTo>
                  <a:cubicBezTo>
                    <a:pt x="108" y="6"/>
                    <a:pt x="102" y="0"/>
                    <a:pt x="95" y="0"/>
                  </a:cubicBezTo>
                  <a:close/>
                  <a:moveTo>
                    <a:pt x="92" y="10"/>
                  </a:moveTo>
                  <a:cubicBezTo>
                    <a:pt x="54" y="37"/>
                    <a:pt x="54" y="37"/>
                    <a:pt x="54" y="37"/>
                  </a:cubicBezTo>
                  <a:cubicBezTo>
                    <a:pt x="19" y="10"/>
                    <a:pt x="19" y="10"/>
                    <a:pt x="19" y="10"/>
                  </a:cubicBezTo>
                  <a:lnTo>
                    <a:pt x="92" y="10"/>
                  </a:lnTo>
                  <a:close/>
                  <a:moveTo>
                    <a:pt x="95" y="70"/>
                  </a:moveTo>
                  <a:cubicBezTo>
                    <a:pt x="13" y="70"/>
                    <a:pt x="13" y="70"/>
                    <a:pt x="13" y="70"/>
                  </a:cubicBezTo>
                  <a:cubicBezTo>
                    <a:pt x="11" y="70"/>
                    <a:pt x="10" y="69"/>
                    <a:pt x="10" y="67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54" y="50"/>
                    <a:pt x="54" y="50"/>
                    <a:pt x="54" y="5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8" y="67"/>
                    <a:pt x="98" y="67"/>
                    <a:pt x="98" y="67"/>
                  </a:cubicBezTo>
                  <a:cubicBezTo>
                    <a:pt x="98" y="69"/>
                    <a:pt x="97" y="70"/>
                    <a:pt x="95" y="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3" name="TextBox 38">
            <a:extLst>
              <a:ext uri="{FF2B5EF4-FFF2-40B4-BE49-F238E27FC236}">
                <a16:creationId xmlns:a16="http://schemas.microsoft.com/office/drawing/2014/main" id="{643A4466-0C28-9866-E9BC-B104776F08D0}"/>
              </a:ext>
            </a:extLst>
          </p:cNvPr>
          <p:cNvSpPr txBox="1"/>
          <p:nvPr/>
        </p:nvSpPr>
        <p:spPr>
          <a:xfrm>
            <a:off x="8396884" y="4104629"/>
            <a:ext cx="15739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333333"/>
                </a:solidFill>
                <a:ea typeface="Lato" panose="020F0502020204030203" pitchFamily="34" charset="0"/>
                <a:cs typeface="Lato" panose="020F0502020204030203" pitchFamily="34" charset="0"/>
              </a:rPr>
              <a:t>civica-soft.com</a:t>
            </a:r>
          </a:p>
        </p:txBody>
      </p:sp>
      <p:grpSp>
        <p:nvGrpSpPr>
          <p:cNvPr id="24" name="Group 39">
            <a:extLst>
              <a:ext uri="{FF2B5EF4-FFF2-40B4-BE49-F238E27FC236}">
                <a16:creationId xmlns:a16="http://schemas.microsoft.com/office/drawing/2014/main" id="{43B181B0-9EB6-1E00-CC6C-0BB450926562}"/>
              </a:ext>
            </a:extLst>
          </p:cNvPr>
          <p:cNvGrpSpPr/>
          <p:nvPr/>
        </p:nvGrpSpPr>
        <p:grpSpPr>
          <a:xfrm>
            <a:off x="8124222" y="4133330"/>
            <a:ext cx="224984" cy="224985"/>
            <a:chOff x="8255488" y="4904648"/>
            <a:chExt cx="475936" cy="475938"/>
          </a:xfrm>
        </p:grpSpPr>
        <p:sp>
          <p:nvSpPr>
            <p:cNvPr id="25" name="Oval 40">
              <a:extLst>
                <a:ext uri="{FF2B5EF4-FFF2-40B4-BE49-F238E27FC236}">
                  <a16:creationId xmlns:a16="http://schemas.microsoft.com/office/drawing/2014/main" id="{CD3DE2E6-FF52-51F8-5145-FE11A015F6C2}"/>
                </a:ext>
              </a:extLst>
            </p:cNvPr>
            <p:cNvSpPr/>
            <p:nvPr/>
          </p:nvSpPr>
          <p:spPr>
            <a:xfrm>
              <a:off x="8255488" y="4904648"/>
              <a:ext cx="475936" cy="475938"/>
            </a:xfrm>
            <a:prstGeom prst="ellipse">
              <a:avLst/>
            </a:prstGeom>
            <a:solidFill>
              <a:srgbClr val="FF503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 Semibold"/>
                <a:ea typeface="+mn-ea"/>
                <a:cs typeface="+mn-cs"/>
              </a:endParaRPr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9963BDF0-B233-1428-BEBF-2C230D84AE52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8257" y="5085524"/>
              <a:ext cx="48807" cy="57255"/>
            </a:xfrm>
            <a:custGeom>
              <a:avLst/>
              <a:gdLst>
                <a:gd name="T0" fmla="*/ 15 w 23"/>
                <a:gd name="T1" fmla="*/ 26 h 26"/>
                <a:gd name="T2" fmla="*/ 23 w 23"/>
                <a:gd name="T3" fmla="*/ 7 h 26"/>
                <a:gd name="T4" fmla="*/ 22 w 23"/>
                <a:gd name="T5" fmla="*/ 7 h 26"/>
                <a:gd name="T6" fmla="*/ 9 w 23"/>
                <a:gd name="T7" fmla="*/ 0 h 26"/>
                <a:gd name="T8" fmla="*/ 0 w 23"/>
                <a:gd name="T9" fmla="*/ 18 h 26"/>
                <a:gd name="T10" fmla="*/ 14 w 23"/>
                <a:gd name="T11" fmla="*/ 25 h 26"/>
                <a:gd name="T12" fmla="*/ 15 w 23"/>
                <a:gd name="T13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6">
                  <a:moveTo>
                    <a:pt x="15" y="26"/>
                  </a:moveTo>
                  <a:cubicBezTo>
                    <a:pt x="18" y="20"/>
                    <a:pt x="21" y="13"/>
                    <a:pt x="23" y="7"/>
                  </a:cubicBezTo>
                  <a:cubicBezTo>
                    <a:pt x="23" y="7"/>
                    <a:pt x="23" y="7"/>
                    <a:pt x="22" y="7"/>
                  </a:cubicBezTo>
                  <a:cubicBezTo>
                    <a:pt x="18" y="5"/>
                    <a:pt x="13" y="3"/>
                    <a:pt x="9" y="0"/>
                  </a:cubicBezTo>
                  <a:cubicBezTo>
                    <a:pt x="6" y="6"/>
                    <a:pt x="3" y="11"/>
                    <a:pt x="0" y="18"/>
                  </a:cubicBezTo>
                  <a:cubicBezTo>
                    <a:pt x="5" y="20"/>
                    <a:pt x="9" y="23"/>
                    <a:pt x="14" y="25"/>
                  </a:cubicBezTo>
                  <a:cubicBezTo>
                    <a:pt x="14" y="25"/>
                    <a:pt x="15" y="26"/>
                    <a:pt x="15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0AEA21D8-1892-0379-D257-4D32D79E4D2C}"/>
                </a:ext>
              </a:extLst>
            </p:cNvPr>
            <p:cNvSpPr>
              <a:spLocks/>
            </p:cNvSpPr>
            <p:nvPr/>
          </p:nvSpPr>
          <p:spPr bwMode="auto">
            <a:xfrm>
              <a:off x="8405696" y="5043287"/>
              <a:ext cx="43175" cy="55377"/>
            </a:xfrm>
            <a:custGeom>
              <a:avLst/>
              <a:gdLst>
                <a:gd name="T0" fmla="*/ 9 w 20"/>
                <a:gd name="T1" fmla="*/ 25 h 25"/>
                <a:gd name="T2" fmla="*/ 20 w 20"/>
                <a:gd name="T3" fmla="*/ 8 h 25"/>
                <a:gd name="T4" fmla="*/ 13 w 20"/>
                <a:gd name="T5" fmla="*/ 0 h 25"/>
                <a:gd name="T6" fmla="*/ 0 w 20"/>
                <a:gd name="T7" fmla="*/ 15 h 25"/>
                <a:gd name="T8" fmla="*/ 9 w 20"/>
                <a:gd name="T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25">
                  <a:moveTo>
                    <a:pt x="9" y="25"/>
                  </a:moveTo>
                  <a:cubicBezTo>
                    <a:pt x="12" y="19"/>
                    <a:pt x="15" y="13"/>
                    <a:pt x="20" y="8"/>
                  </a:cubicBezTo>
                  <a:cubicBezTo>
                    <a:pt x="17" y="6"/>
                    <a:pt x="15" y="3"/>
                    <a:pt x="13" y="0"/>
                  </a:cubicBezTo>
                  <a:cubicBezTo>
                    <a:pt x="8" y="5"/>
                    <a:pt x="3" y="10"/>
                    <a:pt x="0" y="15"/>
                  </a:cubicBezTo>
                  <a:cubicBezTo>
                    <a:pt x="2" y="18"/>
                    <a:pt x="5" y="22"/>
                    <a:pt x="9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F62EC2A1-9EB3-DD2C-E4AF-B8423338FD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6739" y="5105235"/>
              <a:ext cx="45053" cy="51623"/>
            </a:xfrm>
            <a:custGeom>
              <a:avLst/>
              <a:gdLst>
                <a:gd name="T0" fmla="*/ 0 w 21"/>
                <a:gd name="T1" fmla="*/ 18 h 23"/>
                <a:gd name="T2" fmla="*/ 14 w 21"/>
                <a:gd name="T3" fmla="*/ 23 h 23"/>
                <a:gd name="T4" fmla="*/ 21 w 21"/>
                <a:gd name="T5" fmla="*/ 5 h 23"/>
                <a:gd name="T6" fmla="*/ 8 w 21"/>
                <a:gd name="T7" fmla="*/ 0 h 23"/>
                <a:gd name="T8" fmla="*/ 0 w 21"/>
                <a:gd name="T9" fmla="*/ 18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3">
                  <a:moveTo>
                    <a:pt x="0" y="18"/>
                  </a:moveTo>
                  <a:cubicBezTo>
                    <a:pt x="5" y="20"/>
                    <a:pt x="10" y="22"/>
                    <a:pt x="14" y="23"/>
                  </a:cubicBezTo>
                  <a:cubicBezTo>
                    <a:pt x="17" y="17"/>
                    <a:pt x="19" y="11"/>
                    <a:pt x="21" y="5"/>
                  </a:cubicBezTo>
                  <a:cubicBezTo>
                    <a:pt x="16" y="3"/>
                    <a:pt x="12" y="2"/>
                    <a:pt x="8" y="0"/>
                  </a:cubicBezTo>
                  <a:cubicBezTo>
                    <a:pt x="5" y="6"/>
                    <a:pt x="3" y="12"/>
                    <a:pt x="0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FD028AA3-4E2E-E97E-425D-E371F1373A12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8073" y="5123068"/>
              <a:ext cx="34728" cy="44114"/>
            </a:xfrm>
            <a:custGeom>
              <a:avLst/>
              <a:gdLst>
                <a:gd name="T0" fmla="*/ 15 w 16"/>
                <a:gd name="T1" fmla="*/ 0 h 20"/>
                <a:gd name="T2" fmla="*/ 11 w 16"/>
                <a:gd name="T3" fmla="*/ 0 h 20"/>
                <a:gd name="T4" fmla="*/ 11 w 16"/>
                <a:gd name="T5" fmla="*/ 0 h 20"/>
                <a:gd name="T6" fmla="*/ 5 w 16"/>
                <a:gd name="T7" fmla="*/ 0 h 20"/>
                <a:gd name="T8" fmla="*/ 0 w 16"/>
                <a:gd name="T9" fmla="*/ 19 h 20"/>
                <a:gd name="T10" fmla="*/ 8 w 16"/>
                <a:gd name="T11" fmla="*/ 20 h 20"/>
                <a:gd name="T12" fmla="*/ 13 w 16"/>
                <a:gd name="T13" fmla="*/ 20 h 20"/>
                <a:gd name="T14" fmla="*/ 15 w 16"/>
                <a:gd name="T1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20">
                  <a:moveTo>
                    <a:pt x="15" y="0"/>
                  </a:moveTo>
                  <a:cubicBezTo>
                    <a:pt x="14" y="0"/>
                    <a:pt x="12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9" y="0"/>
                    <a:pt x="7" y="0"/>
                    <a:pt x="5" y="0"/>
                  </a:cubicBezTo>
                  <a:cubicBezTo>
                    <a:pt x="4" y="7"/>
                    <a:pt x="2" y="13"/>
                    <a:pt x="0" y="19"/>
                  </a:cubicBezTo>
                  <a:cubicBezTo>
                    <a:pt x="3" y="20"/>
                    <a:pt x="6" y="20"/>
                    <a:pt x="8" y="20"/>
                  </a:cubicBezTo>
                  <a:cubicBezTo>
                    <a:pt x="10" y="20"/>
                    <a:pt x="11" y="20"/>
                    <a:pt x="13" y="20"/>
                  </a:cubicBezTo>
                  <a:cubicBezTo>
                    <a:pt x="15" y="13"/>
                    <a:pt x="16" y="7"/>
                    <a:pt x="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33C70971-D59E-2DE6-CE3F-6AFF39B6A306}"/>
                </a:ext>
              </a:extLst>
            </p:cNvPr>
            <p:cNvSpPr>
              <a:spLocks/>
            </p:cNvSpPr>
            <p:nvPr/>
          </p:nvSpPr>
          <p:spPr bwMode="auto">
            <a:xfrm>
              <a:off x="8602801" y="5119313"/>
              <a:ext cx="16895" cy="45992"/>
            </a:xfrm>
            <a:custGeom>
              <a:avLst/>
              <a:gdLst>
                <a:gd name="T0" fmla="*/ 0 w 8"/>
                <a:gd name="T1" fmla="*/ 21 h 21"/>
                <a:gd name="T2" fmla="*/ 6 w 8"/>
                <a:gd name="T3" fmla="*/ 20 h 21"/>
                <a:gd name="T4" fmla="*/ 7 w 8"/>
                <a:gd name="T5" fmla="*/ 19 h 21"/>
                <a:gd name="T6" fmla="*/ 8 w 8"/>
                <a:gd name="T7" fmla="*/ 9 h 21"/>
                <a:gd name="T8" fmla="*/ 8 w 8"/>
                <a:gd name="T9" fmla="*/ 0 h 21"/>
                <a:gd name="T10" fmla="*/ 3 w 8"/>
                <a:gd name="T11" fmla="*/ 2 h 21"/>
                <a:gd name="T12" fmla="*/ 0 w 8"/>
                <a:gd name="T1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21">
                  <a:moveTo>
                    <a:pt x="0" y="21"/>
                  </a:moveTo>
                  <a:cubicBezTo>
                    <a:pt x="2" y="21"/>
                    <a:pt x="4" y="21"/>
                    <a:pt x="6" y="20"/>
                  </a:cubicBezTo>
                  <a:cubicBezTo>
                    <a:pt x="6" y="20"/>
                    <a:pt x="7" y="20"/>
                    <a:pt x="7" y="19"/>
                  </a:cubicBezTo>
                  <a:cubicBezTo>
                    <a:pt x="8" y="16"/>
                    <a:pt x="8" y="13"/>
                    <a:pt x="8" y="9"/>
                  </a:cubicBezTo>
                  <a:cubicBezTo>
                    <a:pt x="8" y="6"/>
                    <a:pt x="8" y="3"/>
                    <a:pt x="8" y="0"/>
                  </a:cubicBezTo>
                  <a:cubicBezTo>
                    <a:pt x="6" y="1"/>
                    <a:pt x="4" y="1"/>
                    <a:pt x="3" y="2"/>
                  </a:cubicBezTo>
                  <a:cubicBezTo>
                    <a:pt x="3" y="8"/>
                    <a:pt x="2" y="15"/>
                    <a:pt x="0" y="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Freeform 15">
              <a:extLst>
                <a:ext uri="{FF2B5EF4-FFF2-40B4-BE49-F238E27FC236}">
                  <a16:creationId xmlns:a16="http://schemas.microsoft.com/office/drawing/2014/main" id="{E5870A9B-D1E8-68BC-FBA2-1F137D73C1CE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3345" y="5116498"/>
              <a:ext cx="36606" cy="48807"/>
            </a:xfrm>
            <a:custGeom>
              <a:avLst/>
              <a:gdLst>
                <a:gd name="T0" fmla="*/ 0 w 17"/>
                <a:gd name="T1" fmla="*/ 19 h 22"/>
                <a:gd name="T2" fmla="*/ 12 w 17"/>
                <a:gd name="T3" fmla="*/ 22 h 22"/>
                <a:gd name="T4" fmla="*/ 17 w 17"/>
                <a:gd name="T5" fmla="*/ 3 h 22"/>
                <a:gd name="T6" fmla="*/ 7 w 17"/>
                <a:gd name="T7" fmla="*/ 0 h 22"/>
                <a:gd name="T8" fmla="*/ 0 w 17"/>
                <a:gd name="T9" fmla="*/ 1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22">
                  <a:moveTo>
                    <a:pt x="0" y="19"/>
                  </a:moveTo>
                  <a:cubicBezTo>
                    <a:pt x="4" y="20"/>
                    <a:pt x="8" y="21"/>
                    <a:pt x="12" y="22"/>
                  </a:cubicBezTo>
                  <a:cubicBezTo>
                    <a:pt x="15" y="16"/>
                    <a:pt x="17" y="9"/>
                    <a:pt x="17" y="3"/>
                  </a:cubicBezTo>
                  <a:cubicBezTo>
                    <a:pt x="14" y="2"/>
                    <a:pt x="10" y="1"/>
                    <a:pt x="7" y="0"/>
                  </a:cubicBezTo>
                  <a:cubicBezTo>
                    <a:pt x="5" y="7"/>
                    <a:pt x="3" y="13"/>
                    <a:pt x="0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Freeform 16">
              <a:extLst>
                <a:ext uri="{FF2B5EF4-FFF2-40B4-BE49-F238E27FC236}">
                  <a16:creationId xmlns:a16="http://schemas.microsoft.com/office/drawing/2014/main" id="{424E9F10-9D02-F1B0-6B69-CEF58F375FA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30099" y="5065813"/>
              <a:ext cx="43175" cy="55377"/>
            </a:xfrm>
            <a:custGeom>
              <a:avLst/>
              <a:gdLst>
                <a:gd name="T0" fmla="*/ 20 w 20"/>
                <a:gd name="T1" fmla="*/ 7 h 25"/>
                <a:gd name="T2" fmla="*/ 11 w 20"/>
                <a:gd name="T3" fmla="*/ 0 h 25"/>
                <a:gd name="T4" fmla="*/ 0 w 20"/>
                <a:gd name="T5" fmla="*/ 17 h 25"/>
                <a:gd name="T6" fmla="*/ 11 w 20"/>
                <a:gd name="T7" fmla="*/ 25 h 25"/>
                <a:gd name="T8" fmla="*/ 20 w 20"/>
                <a:gd name="T9" fmla="*/ 7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25">
                  <a:moveTo>
                    <a:pt x="20" y="7"/>
                  </a:moveTo>
                  <a:cubicBezTo>
                    <a:pt x="17" y="5"/>
                    <a:pt x="14" y="3"/>
                    <a:pt x="11" y="0"/>
                  </a:cubicBezTo>
                  <a:cubicBezTo>
                    <a:pt x="7" y="5"/>
                    <a:pt x="3" y="11"/>
                    <a:pt x="0" y="17"/>
                  </a:cubicBezTo>
                  <a:cubicBezTo>
                    <a:pt x="3" y="20"/>
                    <a:pt x="7" y="22"/>
                    <a:pt x="11" y="25"/>
                  </a:cubicBezTo>
                  <a:cubicBezTo>
                    <a:pt x="13" y="19"/>
                    <a:pt x="16" y="13"/>
                    <a:pt x="20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Freeform 17">
              <a:extLst>
                <a:ext uri="{FF2B5EF4-FFF2-40B4-BE49-F238E27FC236}">
                  <a16:creationId xmlns:a16="http://schemas.microsoft.com/office/drawing/2014/main" id="{41D521F9-BCF2-F302-3032-BA2D8B919508}"/>
                </a:ext>
              </a:extLst>
            </p:cNvPr>
            <p:cNvSpPr>
              <a:spLocks/>
            </p:cNvSpPr>
            <p:nvPr/>
          </p:nvSpPr>
          <p:spPr bwMode="auto">
            <a:xfrm>
              <a:off x="8393494" y="5030147"/>
              <a:ext cx="36606" cy="42237"/>
            </a:xfrm>
            <a:custGeom>
              <a:avLst/>
              <a:gdLst>
                <a:gd name="T0" fmla="*/ 17 w 17"/>
                <a:gd name="T1" fmla="*/ 4 h 19"/>
                <a:gd name="T2" fmla="*/ 15 w 17"/>
                <a:gd name="T3" fmla="*/ 0 h 19"/>
                <a:gd name="T4" fmla="*/ 0 w 17"/>
                <a:gd name="T5" fmla="*/ 13 h 19"/>
                <a:gd name="T6" fmla="*/ 4 w 17"/>
                <a:gd name="T7" fmla="*/ 19 h 19"/>
                <a:gd name="T8" fmla="*/ 17 w 17"/>
                <a:gd name="T9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9">
                  <a:moveTo>
                    <a:pt x="17" y="4"/>
                  </a:moveTo>
                  <a:cubicBezTo>
                    <a:pt x="16" y="2"/>
                    <a:pt x="15" y="1"/>
                    <a:pt x="15" y="0"/>
                  </a:cubicBezTo>
                  <a:cubicBezTo>
                    <a:pt x="9" y="3"/>
                    <a:pt x="5" y="8"/>
                    <a:pt x="0" y="13"/>
                  </a:cubicBezTo>
                  <a:cubicBezTo>
                    <a:pt x="1" y="15"/>
                    <a:pt x="3" y="17"/>
                    <a:pt x="4" y="19"/>
                  </a:cubicBezTo>
                  <a:cubicBezTo>
                    <a:pt x="7" y="13"/>
                    <a:pt x="12" y="8"/>
                    <a:pt x="17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Freeform 18">
              <a:extLst>
                <a:ext uri="{FF2B5EF4-FFF2-40B4-BE49-F238E27FC236}">
                  <a16:creationId xmlns:a16="http://schemas.microsoft.com/office/drawing/2014/main" id="{FA555206-9AFB-2A37-3CEF-8C06F1F7E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77029" y="5012313"/>
              <a:ext cx="32851" cy="15956"/>
            </a:xfrm>
            <a:custGeom>
              <a:avLst/>
              <a:gdLst>
                <a:gd name="T0" fmla="*/ 15 w 15"/>
                <a:gd name="T1" fmla="*/ 1 h 7"/>
                <a:gd name="T2" fmla="*/ 14 w 15"/>
                <a:gd name="T3" fmla="*/ 0 h 7"/>
                <a:gd name="T4" fmla="*/ 0 w 15"/>
                <a:gd name="T5" fmla="*/ 3 h 7"/>
                <a:gd name="T6" fmla="*/ 5 w 15"/>
                <a:gd name="T7" fmla="*/ 7 h 7"/>
                <a:gd name="T8" fmla="*/ 15 w 15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7">
                  <a:moveTo>
                    <a:pt x="15" y="1"/>
                  </a:moveTo>
                  <a:cubicBezTo>
                    <a:pt x="15" y="1"/>
                    <a:pt x="14" y="0"/>
                    <a:pt x="14" y="0"/>
                  </a:cubicBezTo>
                  <a:cubicBezTo>
                    <a:pt x="9" y="0"/>
                    <a:pt x="5" y="1"/>
                    <a:pt x="0" y="3"/>
                  </a:cubicBezTo>
                  <a:cubicBezTo>
                    <a:pt x="2" y="4"/>
                    <a:pt x="3" y="5"/>
                    <a:pt x="5" y="7"/>
                  </a:cubicBezTo>
                  <a:cubicBezTo>
                    <a:pt x="8" y="5"/>
                    <a:pt x="11" y="3"/>
                    <a:pt x="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Freeform 19">
              <a:extLst>
                <a:ext uri="{FF2B5EF4-FFF2-40B4-BE49-F238E27FC236}">
                  <a16:creationId xmlns:a16="http://schemas.microsoft.com/office/drawing/2014/main" id="{366AE41F-77A1-F853-52E7-5E6800555301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9950" y="5046103"/>
              <a:ext cx="21588" cy="28158"/>
            </a:xfrm>
            <a:custGeom>
              <a:avLst/>
              <a:gdLst>
                <a:gd name="T0" fmla="*/ 3 w 10"/>
                <a:gd name="T1" fmla="*/ 12 h 13"/>
                <a:gd name="T2" fmla="*/ 10 w 10"/>
                <a:gd name="T3" fmla="*/ 13 h 13"/>
                <a:gd name="T4" fmla="*/ 3 w 10"/>
                <a:gd name="T5" fmla="*/ 0 h 13"/>
                <a:gd name="T6" fmla="*/ 0 w 10"/>
                <a:gd name="T7" fmla="*/ 0 h 13"/>
                <a:gd name="T8" fmla="*/ 3 w 10"/>
                <a:gd name="T9" fmla="*/ 1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3">
                  <a:moveTo>
                    <a:pt x="3" y="12"/>
                  </a:moveTo>
                  <a:cubicBezTo>
                    <a:pt x="5" y="12"/>
                    <a:pt x="8" y="12"/>
                    <a:pt x="10" y="13"/>
                  </a:cubicBezTo>
                  <a:cubicBezTo>
                    <a:pt x="8" y="8"/>
                    <a:pt x="6" y="4"/>
                    <a:pt x="3" y="0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1" y="4"/>
                    <a:pt x="2" y="8"/>
                    <a:pt x="3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Freeform 20">
              <a:extLst>
                <a:ext uri="{FF2B5EF4-FFF2-40B4-BE49-F238E27FC236}">
                  <a16:creationId xmlns:a16="http://schemas.microsoft.com/office/drawing/2014/main" id="{A4C750AB-8E72-7F8E-1465-D6DC67293FC8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661" y="5054550"/>
              <a:ext cx="13140" cy="19711"/>
            </a:xfrm>
            <a:custGeom>
              <a:avLst/>
              <a:gdLst>
                <a:gd name="T0" fmla="*/ 6 w 6"/>
                <a:gd name="T1" fmla="*/ 9 h 9"/>
                <a:gd name="T2" fmla="*/ 0 w 6"/>
                <a:gd name="T3" fmla="*/ 0 h 9"/>
                <a:gd name="T4" fmla="*/ 4 w 6"/>
                <a:gd name="T5" fmla="*/ 9 h 9"/>
                <a:gd name="T6" fmla="*/ 6 w 6"/>
                <a:gd name="T7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9">
                  <a:moveTo>
                    <a:pt x="6" y="9"/>
                  </a:moveTo>
                  <a:cubicBezTo>
                    <a:pt x="5" y="6"/>
                    <a:pt x="2" y="3"/>
                    <a:pt x="0" y="0"/>
                  </a:cubicBezTo>
                  <a:cubicBezTo>
                    <a:pt x="2" y="3"/>
                    <a:pt x="3" y="6"/>
                    <a:pt x="4" y="9"/>
                  </a:cubicBezTo>
                  <a:cubicBezTo>
                    <a:pt x="5" y="9"/>
                    <a:pt x="6" y="9"/>
                    <a:pt x="6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Freeform 21">
              <a:extLst>
                <a:ext uri="{FF2B5EF4-FFF2-40B4-BE49-F238E27FC236}">
                  <a16:creationId xmlns:a16="http://schemas.microsoft.com/office/drawing/2014/main" id="{FDE1856B-80BA-6BA0-CDFA-A5CA4AA16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9880" y="5025454"/>
              <a:ext cx="25342" cy="29097"/>
            </a:xfrm>
            <a:custGeom>
              <a:avLst/>
              <a:gdLst>
                <a:gd name="T0" fmla="*/ 0 w 12"/>
                <a:gd name="T1" fmla="*/ 8 h 13"/>
                <a:gd name="T2" fmla="*/ 8 w 12"/>
                <a:gd name="T3" fmla="*/ 13 h 13"/>
                <a:gd name="T4" fmla="*/ 12 w 12"/>
                <a:gd name="T5" fmla="*/ 2 h 13"/>
                <a:gd name="T6" fmla="*/ 8 w 12"/>
                <a:gd name="T7" fmla="*/ 0 h 13"/>
                <a:gd name="T8" fmla="*/ 0 w 12"/>
                <a:gd name="T9" fmla="*/ 8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3">
                  <a:moveTo>
                    <a:pt x="0" y="8"/>
                  </a:moveTo>
                  <a:cubicBezTo>
                    <a:pt x="2" y="10"/>
                    <a:pt x="5" y="11"/>
                    <a:pt x="8" y="13"/>
                  </a:cubicBezTo>
                  <a:cubicBezTo>
                    <a:pt x="9" y="9"/>
                    <a:pt x="11" y="5"/>
                    <a:pt x="12" y="2"/>
                  </a:cubicBezTo>
                  <a:cubicBezTo>
                    <a:pt x="11" y="2"/>
                    <a:pt x="9" y="1"/>
                    <a:pt x="8" y="0"/>
                  </a:cubicBezTo>
                  <a:cubicBezTo>
                    <a:pt x="5" y="3"/>
                    <a:pt x="2" y="5"/>
                    <a:pt x="0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Freeform 22">
              <a:extLst>
                <a:ext uri="{FF2B5EF4-FFF2-40B4-BE49-F238E27FC236}">
                  <a16:creationId xmlns:a16="http://schemas.microsoft.com/office/drawing/2014/main" id="{F8973D1A-28E4-CE30-11F8-362755F765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470459" y="5010436"/>
              <a:ext cx="13140" cy="1877"/>
            </a:xfrm>
            <a:custGeom>
              <a:avLst/>
              <a:gdLst>
                <a:gd name="T0" fmla="*/ 0 w 6"/>
                <a:gd name="T1" fmla="*/ 0 h 1"/>
                <a:gd name="T2" fmla="*/ 1 w 6"/>
                <a:gd name="T3" fmla="*/ 1 h 1"/>
                <a:gd name="T4" fmla="*/ 6 w 6"/>
                <a:gd name="T5" fmla="*/ 0 h 1"/>
                <a:gd name="T6" fmla="*/ 0 w 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3" y="1"/>
                    <a:pt x="4" y="0"/>
                    <a:pt x="6" y="0"/>
                  </a:cubicBezTo>
                  <a:cubicBezTo>
                    <a:pt x="4" y="0"/>
                    <a:pt x="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Freeform 23">
              <a:extLst>
                <a:ext uri="{FF2B5EF4-FFF2-40B4-BE49-F238E27FC236}">
                  <a16:creationId xmlns:a16="http://schemas.microsoft.com/office/drawing/2014/main" id="{822B094D-909B-8E6B-5D01-C6AD4B8DA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3345" y="5034840"/>
              <a:ext cx="16895" cy="29097"/>
            </a:xfrm>
            <a:custGeom>
              <a:avLst/>
              <a:gdLst>
                <a:gd name="T0" fmla="*/ 7 w 8"/>
                <a:gd name="T1" fmla="*/ 13 h 13"/>
                <a:gd name="T2" fmla="*/ 8 w 8"/>
                <a:gd name="T3" fmla="*/ 1 h 13"/>
                <a:gd name="T4" fmla="*/ 4 w 8"/>
                <a:gd name="T5" fmla="*/ 0 h 13"/>
                <a:gd name="T6" fmla="*/ 0 w 8"/>
                <a:gd name="T7" fmla="*/ 10 h 13"/>
                <a:gd name="T8" fmla="*/ 7 w 8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3">
                  <a:moveTo>
                    <a:pt x="7" y="13"/>
                  </a:moveTo>
                  <a:cubicBezTo>
                    <a:pt x="8" y="9"/>
                    <a:pt x="8" y="5"/>
                    <a:pt x="8" y="1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3" y="3"/>
                    <a:pt x="1" y="6"/>
                    <a:pt x="0" y="10"/>
                  </a:cubicBezTo>
                  <a:cubicBezTo>
                    <a:pt x="2" y="11"/>
                    <a:pt x="5" y="12"/>
                    <a:pt x="7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40" name="Freeform 24">
              <a:extLst>
                <a:ext uri="{FF2B5EF4-FFF2-40B4-BE49-F238E27FC236}">
                  <a16:creationId xmlns:a16="http://schemas.microsoft.com/office/drawing/2014/main" id="{8A69EA17-2264-575B-9580-8504EDB04A68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2047" y="5018884"/>
              <a:ext cx="28158" cy="22526"/>
            </a:xfrm>
            <a:custGeom>
              <a:avLst/>
              <a:gdLst>
                <a:gd name="T0" fmla="*/ 5 w 13"/>
                <a:gd name="T1" fmla="*/ 10 h 10"/>
                <a:gd name="T2" fmla="*/ 13 w 13"/>
                <a:gd name="T3" fmla="*/ 1 h 10"/>
                <a:gd name="T4" fmla="*/ 11 w 13"/>
                <a:gd name="T5" fmla="*/ 0 h 10"/>
                <a:gd name="T6" fmla="*/ 0 w 13"/>
                <a:gd name="T7" fmla="*/ 6 h 10"/>
                <a:gd name="T8" fmla="*/ 5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5" y="10"/>
                  </a:moveTo>
                  <a:cubicBezTo>
                    <a:pt x="8" y="7"/>
                    <a:pt x="10" y="4"/>
                    <a:pt x="13" y="1"/>
                  </a:cubicBezTo>
                  <a:cubicBezTo>
                    <a:pt x="12" y="1"/>
                    <a:pt x="12" y="1"/>
                    <a:pt x="11" y="0"/>
                  </a:cubicBezTo>
                  <a:cubicBezTo>
                    <a:pt x="7" y="2"/>
                    <a:pt x="4" y="4"/>
                    <a:pt x="0" y="6"/>
                  </a:cubicBezTo>
                  <a:cubicBezTo>
                    <a:pt x="2" y="7"/>
                    <a:pt x="3" y="8"/>
                    <a:pt x="5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41" name="Freeform 25">
              <a:extLst>
                <a:ext uri="{FF2B5EF4-FFF2-40B4-BE49-F238E27FC236}">
                  <a16:creationId xmlns:a16="http://schemas.microsoft.com/office/drawing/2014/main" id="{6D259E2A-B956-C788-5BB1-0CDE86908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4932" y="5041410"/>
              <a:ext cx="15018" cy="29097"/>
            </a:xfrm>
            <a:custGeom>
              <a:avLst/>
              <a:gdLst>
                <a:gd name="T0" fmla="*/ 0 w 7"/>
                <a:gd name="T1" fmla="*/ 11 h 13"/>
                <a:gd name="T2" fmla="*/ 7 w 7"/>
                <a:gd name="T3" fmla="*/ 13 h 13"/>
                <a:gd name="T4" fmla="*/ 3 w 7"/>
                <a:gd name="T5" fmla="*/ 1 h 13"/>
                <a:gd name="T6" fmla="*/ 1 w 7"/>
                <a:gd name="T7" fmla="*/ 0 h 13"/>
                <a:gd name="T8" fmla="*/ 0 w 7"/>
                <a:gd name="T9" fmla="*/ 1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13">
                  <a:moveTo>
                    <a:pt x="0" y="11"/>
                  </a:moveTo>
                  <a:cubicBezTo>
                    <a:pt x="2" y="12"/>
                    <a:pt x="5" y="13"/>
                    <a:pt x="7" y="13"/>
                  </a:cubicBezTo>
                  <a:cubicBezTo>
                    <a:pt x="6" y="9"/>
                    <a:pt x="5" y="5"/>
                    <a:pt x="3" y="1"/>
                  </a:cubicBezTo>
                  <a:cubicBezTo>
                    <a:pt x="3" y="0"/>
                    <a:pt x="2" y="0"/>
                    <a:pt x="1" y="0"/>
                  </a:cubicBezTo>
                  <a:cubicBezTo>
                    <a:pt x="1" y="3"/>
                    <a:pt x="1" y="7"/>
                    <a:pt x="0" y="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42" name="Freeform 26">
              <a:extLst>
                <a:ext uri="{FF2B5EF4-FFF2-40B4-BE49-F238E27FC236}">
                  <a16:creationId xmlns:a16="http://schemas.microsoft.com/office/drawing/2014/main" id="{E973DA26-8C27-F1E8-565A-75574F9B0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8257" y="5036717"/>
              <a:ext cx="40360" cy="37544"/>
            </a:xfrm>
            <a:custGeom>
              <a:avLst/>
              <a:gdLst>
                <a:gd name="T0" fmla="*/ 19 w 19"/>
                <a:gd name="T1" fmla="*/ 4 h 17"/>
                <a:gd name="T2" fmla="*/ 13 w 19"/>
                <a:gd name="T3" fmla="*/ 0 h 17"/>
                <a:gd name="T4" fmla="*/ 0 w 19"/>
                <a:gd name="T5" fmla="*/ 11 h 17"/>
                <a:gd name="T6" fmla="*/ 9 w 19"/>
                <a:gd name="T7" fmla="*/ 17 h 17"/>
                <a:gd name="T8" fmla="*/ 19 w 19"/>
                <a:gd name="T9" fmla="*/ 4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7">
                  <a:moveTo>
                    <a:pt x="19" y="4"/>
                  </a:moveTo>
                  <a:cubicBezTo>
                    <a:pt x="17" y="3"/>
                    <a:pt x="15" y="1"/>
                    <a:pt x="13" y="0"/>
                  </a:cubicBezTo>
                  <a:cubicBezTo>
                    <a:pt x="8" y="3"/>
                    <a:pt x="4" y="7"/>
                    <a:pt x="0" y="11"/>
                  </a:cubicBezTo>
                  <a:cubicBezTo>
                    <a:pt x="3" y="13"/>
                    <a:pt x="6" y="15"/>
                    <a:pt x="9" y="17"/>
                  </a:cubicBezTo>
                  <a:cubicBezTo>
                    <a:pt x="12" y="13"/>
                    <a:pt x="15" y="8"/>
                    <a:pt x="19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43" name="Freeform 27">
              <a:extLst>
                <a:ext uri="{FF2B5EF4-FFF2-40B4-BE49-F238E27FC236}">
                  <a16:creationId xmlns:a16="http://schemas.microsoft.com/office/drawing/2014/main" id="{FC63E5CC-C058-0C6C-19CE-C039B64B5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8431977" y="5012313"/>
              <a:ext cx="34728" cy="22526"/>
            </a:xfrm>
            <a:custGeom>
              <a:avLst/>
              <a:gdLst>
                <a:gd name="T0" fmla="*/ 14 w 16"/>
                <a:gd name="T1" fmla="*/ 0 h 10"/>
                <a:gd name="T2" fmla="*/ 0 w 16"/>
                <a:gd name="T3" fmla="*/ 6 h 10"/>
                <a:gd name="T4" fmla="*/ 2 w 16"/>
                <a:gd name="T5" fmla="*/ 10 h 10"/>
                <a:gd name="T6" fmla="*/ 16 w 16"/>
                <a:gd name="T7" fmla="*/ 2 h 10"/>
                <a:gd name="T8" fmla="*/ 14 w 16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0">
                  <a:moveTo>
                    <a:pt x="14" y="0"/>
                  </a:moveTo>
                  <a:cubicBezTo>
                    <a:pt x="9" y="1"/>
                    <a:pt x="4" y="3"/>
                    <a:pt x="0" y="6"/>
                  </a:cubicBezTo>
                  <a:cubicBezTo>
                    <a:pt x="0" y="7"/>
                    <a:pt x="1" y="8"/>
                    <a:pt x="2" y="10"/>
                  </a:cubicBezTo>
                  <a:cubicBezTo>
                    <a:pt x="6" y="6"/>
                    <a:pt x="11" y="4"/>
                    <a:pt x="16" y="2"/>
                  </a:cubicBezTo>
                  <a:cubicBezTo>
                    <a:pt x="15" y="1"/>
                    <a:pt x="15" y="1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Freeform 28">
              <a:extLst>
                <a:ext uri="{FF2B5EF4-FFF2-40B4-BE49-F238E27FC236}">
                  <a16:creationId xmlns:a16="http://schemas.microsoft.com/office/drawing/2014/main" id="{124ECFA9-BD52-E909-B008-F11D70CC5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8599985" y="5080831"/>
              <a:ext cx="17834" cy="33789"/>
            </a:xfrm>
            <a:custGeom>
              <a:avLst/>
              <a:gdLst>
                <a:gd name="T0" fmla="*/ 8 w 8"/>
                <a:gd name="T1" fmla="*/ 14 h 15"/>
                <a:gd name="T2" fmla="*/ 3 w 8"/>
                <a:gd name="T3" fmla="*/ 0 h 15"/>
                <a:gd name="T4" fmla="*/ 0 w 8"/>
                <a:gd name="T5" fmla="*/ 0 h 15"/>
                <a:gd name="T6" fmla="*/ 3 w 8"/>
                <a:gd name="T7" fmla="*/ 15 h 15"/>
                <a:gd name="T8" fmla="*/ 8 w 8"/>
                <a:gd name="T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5">
                  <a:moveTo>
                    <a:pt x="8" y="14"/>
                  </a:moveTo>
                  <a:cubicBezTo>
                    <a:pt x="7" y="9"/>
                    <a:pt x="5" y="4"/>
                    <a:pt x="3" y="0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2" y="5"/>
                    <a:pt x="3" y="10"/>
                    <a:pt x="3" y="15"/>
                  </a:cubicBezTo>
                  <a:cubicBezTo>
                    <a:pt x="5" y="15"/>
                    <a:pt x="7" y="15"/>
                    <a:pt x="8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45" name="Freeform 29">
              <a:extLst>
                <a:ext uri="{FF2B5EF4-FFF2-40B4-BE49-F238E27FC236}">
                  <a16:creationId xmlns:a16="http://schemas.microsoft.com/office/drawing/2014/main" id="{22ACE120-3920-3275-7161-13A69E93465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8363" y="5074261"/>
              <a:ext cx="23465" cy="40360"/>
            </a:xfrm>
            <a:custGeom>
              <a:avLst/>
              <a:gdLst>
                <a:gd name="T0" fmla="*/ 10 w 11"/>
                <a:gd name="T1" fmla="*/ 2 h 18"/>
                <a:gd name="T2" fmla="*/ 3 w 11"/>
                <a:gd name="T3" fmla="*/ 0 h 18"/>
                <a:gd name="T4" fmla="*/ 0 w 11"/>
                <a:gd name="T5" fmla="*/ 16 h 18"/>
                <a:gd name="T6" fmla="*/ 11 w 11"/>
                <a:gd name="T7" fmla="*/ 18 h 18"/>
                <a:gd name="T8" fmla="*/ 10 w 11"/>
                <a:gd name="T9" fmla="*/ 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8">
                  <a:moveTo>
                    <a:pt x="10" y="2"/>
                  </a:moveTo>
                  <a:cubicBezTo>
                    <a:pt x="8" y="1"/>
                    <a:pt x="6" y="1"/>
                    <a:pt x="3" y="0"/>
                  </a:cubicBezTo>
                  <a:cubicBezTo>
                    <a:pt x="2" y="5"/>
                    <a:pt x="2" y="11"/>
                    <a:pt x="0" y="16"/>
                  </a:cubicBezTo>
                  <a:cubicBezTo>
                    <a:pt x="4" y="17"/>
                    <a:pt x="7" y="18"/>
                    <a:pt x="11" y="18"/>
                  </a:cubicBezTo>
                  <a:cubicBezTo>
                    <a:pt x="11" y="13"/>
                    <a:pt x="11" y="7"/>
                    <a:pt x="1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46" name="Freeform 30">
              <a:extLst>
                <a:ext uri="{FF2B5EF4-FFF2-40B4-BE49-F238E27FC236}">
                  <a16:creationId xmlns:a16="http://schemas.microsoft.com/office/drawing/2014/main" id="{F334B767-F2A5-DE48-B65C-8DC2B32FF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8481722" y="5049857"/>
              <a:ext cx="43175" cy="45053"/>
            </a:xfrm>
            <a:custGeom>
              <a:avLst/>
              <a:gdLst>
                <a:gd name="T0" fmla="*/ 13 w 20"/>
                <a:gd name="T1" fmla="*/ 20 h 20"/>
                <a:gd name="T2" fmla="*/ 13 w 20"/>
                <a:gd name="T3" fmla="*/ 20 h 20"/>
                <a:gd name="T4" fmla="*/ 20 w 20"/>
                <a:gd name="T5" fmla="*/ 5 h 20"/>
                <a:gd name="T6" fmla="*/ 10 w 20"/>
                <a:gd name="T7" fmla="*/ 0 h 20"/>
                <a:gd name="T8" fmla="*/ 0 w 20"/>
                <a:gd name="T9" fmla="*/ 13 h 20"/>
                <a:gd name="T10" fmla="*/ 13 w 20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20">
                  <a:moveTo>
                    <a:pt x="13" y="20"/>
                  </a:moveTo>
                  <a:cubicBezTo>
                    <a:pt x="13" y="20"/>
                    <a:pt x="13" y="20"/>
                    <a:pt x="13" y="20"/>
                  </a:cubicBezTo>
                  <a:cubicBezTo>
                    <a:pt x="16" y="15"/>
                    <a:pt x="18" y="10"/>
                    <a:pt x="20" y="5"/>
                  </a:cubicBezTo>
                  <a:cubicBezTo>
                    <a:pt x="16" y="3"/>
                    <a:pt x="13" y="2"/>
                    <a:pt x="10" y="0"/>
                  </a:cubicBezTo>
                  <a:cubicBezTo>
                    <a:pt x="7" y="4"/>
                    <a:pt x="3" y="8"/>
                    <a:pt x="0" y="13"/>
                  </a:cubicBezTo>
                  <a:cubicBezTo>
                    <a:pt x="4" y="16"/>
                    <a:pt x="8" y="18"/>
                    <a:pt x="13" y="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47" name="Freeform 31">
              <a:extLst>
                <a:ext uri="{FF2B5EF4-FFF2-40B4-BE49-F238E27FC236}">
                  <a16:creationId xmlns:a16="http://schemas.microsoft.com/office/drawing/2014/main" id="{F78F4779-AD6B-0B64-C1F9-F13980B20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16450" y="5063936"/>
              <a:ext cx="31912" cy="44114"/>
            </a:xfrm>
            <a:custGeom>
              <a:avLst/>
              <a:gdLst>
                <a:gd name="T0" fmla="*/ 12 w 15"/>
                <a:gd name="T1" fmla="*/ 20 h 20"/>
                <a:gd name="T2" fmla="*/ 15 w 15"/>
                <a:gd name="T3" fmla="*/ 4 h 20"/>
                <a:gd name="T4" fmla="*/ 6 w 15"/>
                <a:gd name="T5" fmla="*/ 0 h 20"/>
                <a:gd name="T6" fmla="*/ 0 w 15"/>
                <a:gd name="T7" fmla="*/ 16 h 20"/>
                <a:gd name="T8" fmla="*/ 12 w 15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0">
                  <a:moveTo>
                    <a:pt x="12" y="20"/>
                  </a:moveTo>
                  <a:cubicBezTo>
                    <a:pt x="14" y="15"/>
                    <a:pt x="14" y="9"/>
                    <a:pt x="15" y="4"/>
                  </a:cubicBezTo>
                  <a:cubicBezTo>
                    <a:pt x="12" y="3"/>
                    <a:pt x="9" y="2"/>
                    <a:pt x="6" y="0"/>
                  </a:cubicBezTo>
                  <a:cubicBezTo>
                    <a:pt x="5" y="5"/>
                    <a:pt x="2" y="10"/>
                    <a:pt x="0" y="16"/>
                  </a:cubicBezTo>
                  <a:cubicBezTo>
                    <a:pt x="4" y="17"/>
                    <a:pt x="8" y="19"/>
                    <a:pt x="12" y="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48" name="Freeform 32">
              <a:extLst>
                <a:ext uri="{FF2B5EF4-FFF2-40B4-BE49-F238E27FC236}">
                  <a16:creationId xmlns:a16="http://schemas.microsoft.com/office/drawing/2014/main" id="{78DE7BE1-F3F6-278F-8381-5F0E7D084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8398" y="5078954"/>
              <a:ext cx="21588" cy="37544"/>
            </a:xfrm>
            <a:custGeom>
              <a:avLst/>
              <a:gdLst>
                <a:gd name="T0" fmla="*/ 0 w 10"/>
                <a:gd name="T1" fmla="*/ 17 h 17"/>
                <a:gd name="T2" fmla="*/ 6 w 10"/>
                <a:gd name="T3" fmla="*/ 17 h 17"/>
                <a:gd name="T4" fmla="*/ 10 w 10"/>
                <a:gd name="T5" fmla="*/ 17 h 17"/>
                <a:gd name="T6" fmla="*/ 7 w 10"/>
                <a:gd name="T7" fmla="*/ 1 h 17"/>
                <a:gd name="T8" fmla="*/ 0 w 10"/>
                <a:gd name="T9" fmla="*/ 0 h 17"/>
                <a:gd name="T10" fmla="*/ 0 w 10"/>
                <a:gd name="T11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7">
                  <a:moveTo>
                    <a:pt x="0" y="17"/>
                  </a:moveTo>
                  <a:cubicBezTo>
                    <a:pt x="2" y="17"/>
                    <a:pt x="4" y="17"/>
                    <a:pt x="6" y="17"/>
                  </a:cubicBezTo>
                  <a:cubicBezTo>
                    <a:pt x="7" y="17"/>
                    <a:pt x="9" y="17"/>
                    <a:pt x="10" y="17"/>
                  </a:cubicBezTo>
                  <a:cubicBezTo>
                    <a:pt x="10" y="11"/>
                    <a:pt x="9" y="6"/>
                    <a:pt x="7" y="1"/>
                  </a:cubicBezTo>
                  <a:cubicBezTo>
                    <a:pt x="5" y="1"/>
                    <a:pt x="2" y="1"/>
                    <a:pt x="0" y="0"/>
                  </a:cubicBezTo>
                  <a:cubicBezTo>
                    <a:pt x="0" y="6"/>
                    <a:pt x="0" y="11"/>
                    <a:pt x="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49" name="Freeform 33">
              <a:extLst>
                <a:ext uri="{FF2B5EF4-FFF2-40B4-BE49-F238E27FC236}">
                  <a16:creationId xmlns:a16="http://schemas.microsoft.com/office/drawing/2014/main" id="{82A7EEB9-BAFD-78A7-4C03-4B393E084F9E}"/>
                </a:ext>
              </a:extLst>
            </p:cNvPr>
            <p:cNvSpPr>
              <a:spLocks/>
            </p:cNvSpPr>
            <p:nvPr/>
          </p:nvSpPr>
          <p:spPr bwMode="auto">
            <a:xfrm>
              <a:off x="8438546" y="5021699"/>
              <a:ext cx="43175" cy="34728"/>
            </a:xfrm>
            <a:custGeom>
              <a:avLst/>
              <a:gdLst>
                <a:gd name="T0" fmla="*/ 7 w 20"/>
                <a:gd name="T1" fmla="*/ 16 h 16"/>
                <a:gd name="T2" fmla="*/ 20 w 20"/>
                <a:gd name="T3" fmla="*/ 5 h 16"/>
                <a:gd name="T4" fmla="*/ 15 w 20"/>
                <a:gd name="T5" fmla="*/ 0 h 16"/>
                <a:gd name="T6" fmla="*/ 0 w 20"/>
                <a:gd name="T7" fmla="*/ 8 h 16"/>
                <a:gd name="T8" fmla="*/ 7 w 20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16">
                  <a:moveTo>
                    <a:pt x="7" y="16"/>
                  </a:moveTo>
                  <a:cubicBezTo>
                    <a:pt x="11" y="12"/>
                    <a:pt x="15" y="8"/>
                    <a:pt x="20" y="5"/>
                  </a:cubicBezTo>
                  <a:cubicBezTo>
                    <a:pt x="18" y="3"/>
                    <a:pt x="16" y="2"/>
                    <a:pt x="15" y="0"/>
                  </a:cubicBezTo>
                  <a:cubicBezTo>
                    <a:pt x="10" y="2"/>
                    <a:pt x="5" y="5"/>
                    <a:pt x="0" y="8"/>
                  </a:cubicBezTo>
                  <a:cubicBezTo>
                    <a:pt x="2" y="11"/>
                    <a:pt x="5" y="13"/>
                    <a:pt x="7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Freeform 34">
              <a:extLst>
                <a:ext uri="{FF2B5EF4-FFF2-40B4-BE49-F238E27FC236}">
                  <a16:creationId xmlns:a16="http://schemas.microsoft.com/office/drawing/2014/main" id="{A9186E13-D45C-6F9F-807A-080BA8C4503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6810" y="5028270"/>
              <a:ext cx="2816" cy="3754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2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0"/>
                    <a:pt x="0" y="1"/>
                    <a:pt x="0" y="2"/>
                  </a:cubicBezTo>
                  <a:cubicBezTo>
                    <a:pt x="0" y="2"/>
                    <a:pt x="0" y="2"/>
                    <a:pt x="1" y="2"/>
                  </a:cubicBezTo>
                  <a:cubicBezTo>
                    <a:pt x="0" y="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51" name="Freeform 35">
              <a:extLst>
                <a:ext uri="{FF2B5EF4-FFF2-40B4-BE49-F238E27FC236}">
                  <a16:creationId xmlns:a16="http://schemas.microsoft.com/office/drawing/2014/main" id="{59D4A093-BFB2-D987-0DDD-04922394480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6196" y="5032024"/>
              <a:ext cx="3754" cy="4693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2 h 2"/>
                <a:gd name="T4" fmla="*/ 2 w 2"/>
                <a:gd name="T5" fmla="*/ 2 h 2"/>
                <a:gd name="T6" fmla="*/ 0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0" y="1"/>
                    <a:pt x="1" y="1"/>
                    <a:pt x="1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1" y="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52" name="Freeform 36">
              <a:extLst>
                <a:ext uri="{FF2B5EF4-FFF2-40B4-BE49-F238E27FC236}">
                  <a16:creationId xmlns:a16="http://schemas.microsoft.com/office/drawing/2014/main" id="{F13EB483-A1C1-D02E-ECB2-79B5D1540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4897" y="5015129"/>
              <a:ext cx="3754" cy="1877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1 h 1"/>
                <a:gd name="T4" fmla="*/ 1 w 2"/>
                <a:gd name="T5" fmla="*/ 1 h 1"/>
                <a:gd name="T6" fmla="*/ 2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1" y="0"/>
                    <a:pt x="1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Freeform 37">
              <a:extLst>
                <a:ext uri="{FF2B5EF4-FFF2-40B4-BE49-F238E27FC236}">
                  <a16:creationId xmlns:a16="http://schemas.microsoft.com/office/drawing/2014/main" id="{2833C764-63E2-2337-23DF-1764658E8115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3345" y="5017006"/>
              <a:ext cx="6570" cy="6570"/>
            </a:xfrm>
            <a:custGeom>
              <a:avLst/>
              <a:gdLst>
                <a:gd name="T0" fmla="*/ 2 w 3"/>
                <a:gd name="T1" fmla="*/ 3 h 3"/>
                <a:gd name="T2" fmla="*/ 3 w 3"/>
                <a:gd name="T3" fmla="*/ 1 h 3"/>
                <a:gd name="T4" fmla="*/ 2 w 3"/>
                <a:gd name="T5" fmla="*/ 0 h 3"/>
                <a:gd name="T6" fmla="*/ 0 w 3"/>
                <a:gd name="T7" fmla="*/ 2 h 3"/>
                <a:gd name="T8" fmla="*/ 2 w 3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3"/>
                  </a:moveTo>
                  <a:cubicBezTo>
                    <a:pt x="3" y="2"/>
                    <a:pt x="3" y="1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1"/>
                    <a:pt x="0" y="1"/>
                    <a:pt x="0" y="2"/>
                  </a:cubicBezTo>
                  <a:cubicBezTo>
                    <a:pt x="1" y="2"/>
                    <a:pt x="1" y="3"/>
                    <a:pt x="2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54" name="Freeform 38">
              <a:extLst>
                <a:ext uri="{FF2B5EF4-FFF2-40B4-BE49-F238E27FC236}">
                  <a16:creationId xmlns:a16="http://schemas.microsoft.com/office/drawing/2014/main" id="{AF5EC61D-C783-453B-572D-D80FE59D1F42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4608" y="5021699"/>
              <a:ext cx="3754" cy="8448"/>
            </a:xfrm>
            <a:custGeom>
              <a:avLst/>
              <a:gdLst>
                <a:gd name="T0" fmla="*/ 2 w 2"/>
                <a:gd name="T1" fmla="*/ 4 h 4"/>
                <a:gd name="T2" fmla="*/ 2 w 2"/>
                <a:gd name="T3" fmla="*/ 0 h 4"/>
                <a:gd name="T4" fmla="*/ 1 w 2"/>
                <a:gd name="T5" fmla="*/ 0 h 4"/>
                <a:gd name="T6" fmla="*/ 0 w 2"/>
                <a:gd name="T7" fmla="*/ 2 h 4"/>
                <a:gd name="T8" fmla="*/ 2 w 2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">
                  <a:moveTo>
                    <a:pt x="2" y="4"/>
                  </a:moveTo>
                  <a:cubicBezTo>
                    <a:pt x="2" y="3"/>
                    <a:pt x="2" y="2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0" y="2"/>
                  </a:cubicBezTo>
                  <a:cubicBezTo>
                    <a:pt x="1" y="3"/>
                    <a:pt x="2" y="3"/>
                    <a:pt x="2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55" name="Freeform 39">
              <a:extLst>
                <a:ext uri="{FF2B5EF4-FFF2-40B4-BE49-F238E27FC236}">
                  <a16:creationId xmlns:a16="http://schemas.microsoft.com/office/drawing/2014/main" id="{5501FFDA-1A0C-A1AC-38BF-6F17E65F1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8513634" y="5165305"/>
              <a:ext cx="43175" cy="37544"/>
            </a:xfrm>
            <a:custGeom>
              <a:avLst/>
              <a:gdLst>
                <a:gd name="T0" fmla="*/ 0 w 20"/>
                <a:gd name="T1" fmla="*/ 14 h 17"/>
                <a:gd name="T2" fmla="*/ 12 w 20"/>
                <a:gd name="T3" fmla="*/ 17 h 17"/>
                <a:gd name="T4" fmla="*/ 20 w 20"/>
                <a:gd name="T5" fmla="*/ 3 h 17"/>
                <a:gd name="T6" fmla="*/ 8 w 20"/>
                <a:gd name="T7" fmla="*/ 0 h 17"/>
                <a:gd name="T8" fmla="*/ 0 w 20"/>
                <a:gd name="T9" fmla="*/ 14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17">
                  <a:moveTo>
                    <a:pt x="0" y="14"/>
                  </a:moveTo>
                  <a:cubicBezTo>
                    <a:pt x="4" y="15"/>
                    <a:pt x="8" y="16"/>
                    <a:pt x="12" y="17"/>
                  </a:cubicBezTo>
                  <a:cubicBezTo>
                    <a:pt x="15" y="13"/>
                    <a:pt x="18" y="8"/>
                    <a:pt x="20" y="3"/>
                  </a:cubicBezTo>
                  <a:cubicBezTo>
                    <a:pt x="16" y="3"/>
                    <a:pt x="12" y="2"/>
                    <a:pt x="8" y="0"/>
                  </a:cubicBezTo>
                  <a:cubicBezTo>
                    <a:pt x="6" y="5"/>
                    <a:pt x="3" y="10"/>
                    <a:pt x="0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56" name="Freeform 40">
              <a:extLst>
                <a:ext uri="{FF2B5EF4-FFF2-40B4-BE49-F238E27FC236}">
                  <a16:creationId xmlns:a16="http://schemas.microsoft.com/office/drawing/2014/main" id="{591E69E3-CFE4-60B4-B492-9F8A0DA23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3783" y="5065813"/>
              <a:ext cx="23465" cy="45992"/>
            </a:xfrm>
            <a:custGeom>
              <a:avLst/>
              <a:gdLst>
                <a:gd name="T0" fmla="*/ 7 w 11"/>
                <a:gd name="T1" fmla="*/ 0 h 21"/>
                <a:gd name="T2" fmla="*/ 0 w 11"/>
                <a:gd name="T3" fmla="*/ 13 h 21"/>
                <a:gd name="T4" fmla="*/ 5 w 11"/>
                <a:gd name="T5" fmla="*/ 21 h 21"/>
                <a:gd name="T6" fmla="*/ 11 w 11"/>
                <a:gd name="T7" fmla="*/ 6 h 21"/>
                <a:gd name="T8" fmla="*/ 7 w 11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21">
                  <a:moveTo>
                    <a:pt x="7" y="0"/>
                  </a:moveTo>
                  <a:cubicBezTo>
                    <a:pt x="4" y="4"/>
                    <a:pt x="2" y="8"/>
                    <a:pt x="0" y="13"/>
                  </a:cubicBezTo>
                  <a:cubicBezTo>
                    <a:pt x="1" y="15"/>
                    <a:pt x="3" y="18"/>
                    <a:pt x="5" y="21"/>
                  </a:cubicBezTo>
                  <a:cubicBezTo>
                    <a:pt x="6" y="15"/>
                    <a:pt x="8" y="10"/>
                    <a:pt x="11" y="6"/>
                  </a:cubicBezTo>
                  <a:cubicBezTo>
                    <a:pt x="9" y="4"/>
                    <a:pt x="8" y="2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57" name="Freeform 41">
              <a:extLst>
                <a:ext uri="{FF2B5EF4-FFF2-40B4-BE49-F238E27FC236}">
                  <a16:creationId xmlns:a16="http://schemas.microsoft.com/office/drawing/2014/main" id="{07C111FA-1CE5-4557-A3E4-E3426A75C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8388801" y="5083647"/>
              <a:ext cx="31912" cy="57255"/>
            </a:xfrm>
            <a:custGeom>
              <a:avLst/>
              <a:gdLst>
                <a:gd name="T0" fmla="*/ 10 w 15"/>
                <a:gd name="T1" fmla="*/ 26 h 26"/>
                <a:gd name="T2" fmla="*/ 15 w 15"/>
                <a:gd name="T3" fmla="*/ 10 h 26"/>
                <a:gd name="T4" fmla="*/ 6 w 15"/>
                <a:gd name="T5" fmla="*/ 0 h 26"/>
                <a:gd name="T6" fmla="*/ 0 w 15"/>
                <a:gd name="T7" fmla="*/ 16 h 26"/>
                <a:gd name="T8" fmla="*/ 10 w 15"/>
                <a:gd name="T9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6">
                  <a:moveTo>
                    <a:pt x="10" y="26"/>
                  </a:moveTo>
                  <a:cubicBezTo>
                    <a:pt x="11" y="20"/>
                    <a:pt x="13" y="15"/>
                    <a:pt x="15" y="10"/>
                  </a:cubicBezTo>
                  <a:cubicBezTo>
                    <a:pt x="12" y="7"/>
                    <a:pt x="9" y="4"/>
                    <a:pt x="6" y="0"/>
                  </a:cubicBezTo>
                  <a:cubicBezTo>
                    <a:pt x="3" y="5"/>
                    <a:pt x="2" y="10"/>
                    <a:pt x="0" y="16"/>
                  </a:cubicBezTo>
                  <a:cubicBezTo>
                    <a:pt x="3" y="19"/>
                    <a:pt x="6" y="22"/>
                    <a:pt x="10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58" name="Freeform 42">
              <a:extLst>
                <a:ext uri="{FF2B5EF4-FFF2-40B4-BE49-F238E27FC236}">
                  <a16:creationId xmlns:a16="http://schemas.microsoft.com/office/drawing/2014/main" id="{4FE386D1-21CD-73AD-A895-3F0B892E552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8363" y="5174691"/>
              <a:ext cx="43175" cy="30974"/>
            </a:xfrm>
            <a:custGeom>
              <a:avLst/>
              <a:gdLst>
                <a:gd name="T0" fmla="*/ 7 w 20"/>
                <a:gd name="T1" fmla="*/ 0 h 14"/>
                <a:gd name="T2" fmla="*/ 0 w 20"/>
                <a:gd name="T3" fmla="*/ 13 h 14"/>
                <a:gd name="T4" fmla="*/ 8 w 20"/>
                <a:gd name="T5" fmla="*/ 14 h 14"/>
                <a:gd name="T6" fmla="*/ 13 w 20"/>
                <a:gd name="T7" fmla="*/ 14 h 14"/>
                <a:gd name="T8" fmla="*/ 20 w 20"/>
                <a:gd name="T9" fmla="*/ 0 h 14"/>
                <a:gd name="T10" fmla="*/ 17 w 20"/>
                <a:gd name="T11" fmla="*/ 0 h 14"/>
                <a:gd name="T12" fmla="*/ 7 w 20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4">
                  <a:moveTo>
                    <a:pt x="7" y="0"/>
                  </a:moveTo>
                  <a:cubicBezTo>
                    <a:pt x="5" y="4"/>
                    <a:pt x="3" y="9"/>
                    <a:pt x="0" y="13"/>
                  </a:cubicBezTo>
                  <a:cubicBezTo>
                    <a:pt x="3" y="14"/>
                    <a:pt x="6" y="14"/>
                    <a:pt x="8" y="14"/>
                  </a:cubicBezTo>
                  <a:cubicBezTo>
                    <a:pt x="10" y="14"/>
                    <a:pt x="12" y="14"/>
                    <a:pt x="13" y="14"/>
                  </a:cubicBezTo>
                  <a:cubicBezTo>
                    <a:pt x="16" y="9"/>
                    <a:pt x="19" y="5"/>
                    <a:pt x="20" y="0"/>
                  </a:cubicBezTo>
                  <a:cubicBezTo>
                    <a:pt x="19" y="0"/>
                    <a:pt x="18" y="0"/>
                    <a:pt x="17" y="0"/>
                  </a:cubicBezTo>
                  <a:cubicBezTo>
                    <a:pt x="14" y="0"/>
                    <a:pt x="11" y="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59" name="Freeform 43">
              <a:extLst>
                <a:ext uri="{FF2B5EF4-FFF2-40B4-BE49-F238E27FC236}">
                  <a16:creationId xmlns:a16="http://schemas.microsoft.com/office/drawing/2014/main" id="{EF715C2E-AFF8-FED9-A57D-7807431088D7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6959" y="5109927"/>
              <a:ext cx="31912" cy="53500"/>
            </a:xfrm>
            <a:custGeom>
              <a:avLst/>
              <a:gdLst>
                <a:gd name="T0" fmla="*/ 15 w 15"/>
                <a:gd name="T1" fmla="*/ 8 h 24"/>
                <a:gd name="T2" fmla="*/ 5 w 15"/>
                <a:gd name="T3" fmla="*/ 0 h 24"/>
                <a:gd name="T4" fmla="*/ 0 w 15"/>
                <a:gd name="T5" fmla="*/ 16 h 24"/>
                <a:gd name="T6" fmla="*/ 10 w 15"/>
                <a:gd name="T7" fmla="*/ 24 h 24"/>
                <a:gd name="T8" fmla="*/ 15 w 15"/>
                <a:gd name="T9" fmla="*/ 8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4">
                  <a:moveTo>
                    <a:pt x="15" y="8"/>
                  </a:moveTo>
                  <a:cubicBezTo>
                    <a:pt x="12" y="6"/>
                    <a:pt x="8" y="3"/>
                    <a:pt x="5" y="0"/>
                  </a:cubicBezTo>
                  <a:cubicBezTo>
                    <a:pt x="2" y="5"/>
                    <a:pt x="1" y="10"/>
                    <a:pt x="0" y="16"/>
                  </a:cubicBezTo>
                  <a:cubicBezTo>
                    <a:pt x="3" y="19"/>
                    <a:pt x="7" y="21"/>
                    <a:pt x="10" y="24"/>
                  </a:cubicBezTo>
                  <a:cubicBezTo>
                    <a:pt x="12" y="18"/>
                    <a:pt x="13" y="13"/>
                    <a:pt x="15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60" name="Freeform 44">
              <a:extLst>
                <a:ext uri="{FF2B5EF4-FFF2-40B4-BE49-F238E27FC236}">
                  <a16:creationId xmlns:a16="http://schemas.microsoft.com/office/drawing/2014/main" id="{964B1A98-59BB-F896-1F00-79103A3A9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7784" y="5169997"/>
              <a:ext cx="27220" cy="32851"/>
            </a:xfrm>
            <a:custGeom>
              <a:avLst/>
              <a:gdLst>
                <a:gd name="T0" fmla="*/ 4 w 13"/>
                <a:gd name="T1" fmla="*/ 14 h 15"/>
                <a:gd name="T2" fmla="*/ 10 w 13"/>
                <a:gd name="T3" fmla="*/ 11 h 15"/>
                <a:gd name="T4" fmla="*/ 10 w 13"/>
                <a:gd name="T5" fmla="*/ 11 h 15"/>
                <a:gd name="T6" fmla="*/ 13 w 13"/>
                <a:gd name="T7" fmla="*/ 0 h 15"/>
                <a:gd name="T8" fmla="*/ 6 w 13"/>
                <a:gd name="T9" fmla="*/ 2 h 15"/>
                <a:gd name="T10" fmla="*/ 0 w 13"/>
                <a:gd name="T11" fmla="*/ 15 h 15"/>
                <a:gd name="T12" fmla="*/ 4 w 13"/>
                <a:gd name="T13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5">
                  <a:moveTo>
                    <a:pt x="4" y="14"/>
                  </a:moveTo>
                  <a:cubicBezTo>
                    <a:pt x="6" y="13"/>
                    <a:pt x="8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1" y="8"/>
                    <a:pt x="13" y="4"/>
                    <a:pt x="13" y="0"/>
                  </a:cubicBezTo>
                  <a:cubicBezTo>
                    <a:pt x="11" y="1"/>
                    <a:pt x="9" y="2"/>
                    <a:pt x="6" y="2"/>
                  </a:cubicBezTo>
                  <a:cubicBezTo>
                    <a:pt x="4" y="7"/>
                    <a:pt x="2" y="11"/>
                    <a:pt x="0" y="15"/>
                  </a:cubicBezTo>
                  <a:cubicBezTo>
                    <a:pt x="1" y="15"/>
                    <a:pt x="2" y="14"/>
                    <a:pt x="4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61" name="Freeform 45">
              <a:extLst>
                <a:ext uri="{FF2B5EF4-FFF2-40B4-BE49-F238E27FC236}">
                  <a16:creationId xmlns:a16="http://schemas.microsoft.com/office/drawing/2014/main" id="{B9EBC422-6EB5-CAE9-8FE6-7A6EC35B4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8445117" y="5132454"/>
              <a:ext cx="43175" cy="48807"/>
            </a:xfrm>
            <a:custGeom>
              <a:avLst/>
              <a:gdLst>
                <a:gd name="T0" fmla="*/ 18 w 20"/>
                <a:gd name="T1" fmla="*/ 7 h 22"/>
                <a:gd name="T2" fmla="*/ 5 w 20"/>
                <a:gd name="T3" fmla="*/ 0 h 22"/>
                <a:gd name="T4" fmla="*/ 0 w 20"/>
                <a:gd name="T5" fmla="*/ 15 h 22"/>
                <a:gd name="T6" fmla="*/ 11 w 20"/>
                <a:gd name="T7" fmla="*/ 21 h 22"/>
                <a:gd name="T8" fmla="*/ 14 w 20"/>
                <a:gd name="T9" fmla="*/ 22 h 22"/>
                <a:gd name="T10" fmla="*/ 20 w 20"/>
                <a:gd name="T11" fmla="*/ 8 h 22"/>
                <a:gd name="T12" fmla="*/ 18 w 20"/>
                <a:gd name="T13" fmla="*/ 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2">
                  <a:moveTo>
                    <a:pt x="18" y="7"/>
                  </a:moveTo>
                  <a:cubicBezTo>
                    <a:pt x="14" y="5"/>
                    <a:pt x="9" y="2"/>
                    <a:pt x="5" y="0"/>
                  </a:cubicBezTo>
                  <a:cubicBezTo>
                    <a:pt x="3" y="5"/>
                    <a:pt x="1" y="10"/>
                    <a:pt x="0" y="15"/>
                  </a:cubicBezTo>
                  <a:cubicBezTo>
                    <a:pt x="4" y="17"/>
                    <a:pt x="7" y="19"/>
                    <a:pt x="11" y="21"/>
                  </a:cubicBezTo>
                  <a:cubicBezTo>
                    <a:pt x="12" y="21"/>
                    <a:pt x="13" y="22"/>
                    <a:pt x="14" y="22"/>
                  </a:cubicBezTo>
                  <a:cubicBezTo>
                    <a:pt x="16" y="18"/>
                    <a:pt x="18" y="13"/>
                    <a:pt x="20" y="8"/>
                  </a:cubicBezTo>
                  <a:cubicBezTo>
                    <a:pt x="20" y="8"/>
                    <a:pt x="19" y="7"/>
                    <a:pt x="1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62" name="Freeform 46">
              <a:extLst>
                <a:ext uri="{FF2B5EF4-FFF2-40B4-BE49-F238E27FC236}">
                  <a16:creationId xmlns:a16="http://schemas.microsoft.com/office/drawing/2014/main" id="{8A81326B-5F6E-2574-508D-EF90D5A86637}"/>
                </a:ext>
              </a:extLst>
            </p:cNvPr>
            <p:cNvSpPr>
              <a:spLocks/>
            </p:cNvSpPr>
            <p:nvPr/>
          </p:nvSpPr>
          <p:spPr bwMode="auto">
            <a:xfrm>
              <a:off x="8481722" y="5152164"/>
              <a:ext cx="43175" cy="42237"/>
            </a:xfrm>
            <a:custGeom>
              <a:avLst/>
              <a:gdLst>
                <a:gd name="T0" fmla="*/ 0 w 20"/>
                <a:gd name="T1" fmla="*/ 15 h 19"/>
                <a:gd name="T2" fmla="*/ 12 w 20"/>
                <a:gd name="T3" fmla="*/ 19 h 19"/>
                <a:gd name="T4" fmla="*/ 20 w 20"/>
                <a:gd name="T5" fmla="*/ 6 h 19"/>
                <a:gd name="T6" fmla="*/ 6 w 20"/>
                <a:gd name="T7" fmla="*/ 0 h 19"/>
                <a:gd name="T8" fmla="*/ 0 w 20"/>
                <a:gd name="T9" fmla="*/ 1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19">
                  <a:moveTo>
                    <a:pt x="0" y="15"/>
                  </a:moveTo>
                  <a:cubicBezTo>
                    <a:pt x="4" y="16"/>
                    <a:pt x="8" y="18"/>
                    <a:pt x="12" y="19"/>
                  </a:cubicBezTo>
                  <a:cubicBezTo>
                    <a:pt x="15" y="15"/>
                    <a:pt x="17" y="10"/>
                    <a:pt x="20" y="6"/>
                  </a:cubicBezTo>
                  <a:cubicBezTo>
                    <a:pt x="15" y="4"/>
                    <a:pt x="11" y="2"/>
                    <a:pt x="6" y="0"/>
                  </a:cubicBezTo>
                  <a:cubicBezTo>
                    <a:pt x="4" y="5"/>
                    <a:pt x="2" y="10"/>
                    <a:pt x="0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63" name="Freeform 47">
              <a:extLst>
                <a:ext uri="{FF2B5EF4-FFF2-40B4-BE49-F238E27FC236}">
                  <a16:creationId xmlns:a16="http://schemas.microsoft.com/office/drawing/2014/main" id="{75D9E582-E9C6-C51F-A759-D9BB11F6DBAC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8257" y="5261042"/>
              <a:ext cx="3754" cy="1877"/>
            </a:xfrm>
            <a:custGeom>
              <a:avLst/>
              <a:gdLst>
                <a:gd name="T0" fmla="*/ 0 w 2"/>
                <a:gd name="T1" fmla="*/ 1 h 1"/>
                <a:gd name="T2" fmla="*/ 2 w 2"/>
                <a:gd name="T3" fmla="*/ 1 h 1"/>
                <a:gd name="T4" fmla="*/ 2 w 2"/>
                <a:gd name="T5" fmla="*/ 1 h 1"/>
                <a:gd name="T6" fmla="*/ 0 w 2"/>
                <a:gd name="T7" fmla="*/ 0 h 1"/>
                <a:gd name="T8" fmla="*/ 0 w 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0" y="1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1" y="1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64" name="Freeform 48">
              <a:extLst>
                <a:ext uri="{FF2B5EF4-FFF2-40B4-BE49-F238E27FC236}">
                  <a16:creationId xmlns:a16="http://schemas.microsoft.com/office/drawing/2014/main" id="{194EF802-F12D-DE7C-601D-B301FFE49C9D}"/>
                </a:ext>
              </a:extLst>
            </p:cNvPr>
            <p:cNvSpPr>
              <a:spLocks/>
            </p:cNvSpPr>
            <p:nvPr/>
          </p:nvSpPr>
          <p:spPr bwMode="auto">
            <a:xfrm>
              <a:off x="8425406" y="5245085"/>
              <a:ext cx="8448" cy="9386"/>
            </a:xfrm>
            <a:custGeom>
              <a:avLst/>
              <a:gdLst>
                <a:gd name="T0" fmla="*/ 0 w 4"/>
                <a:gd name="T1" fmla="*/ 0 h 4"/>
                <a:gd name="T2" fmla="*/ 0 w 4"/>
                <a:gd name="T3" fmla="*/ 1 h 4"/>
                <a:gd name="T4" fmla="*/ 3 w 4"/>
                <a:gd name="T5" fmla="*/ 4 h 4"/>
                <a:gd name="T6" fmla="*/ 3 w 4"/>
                <a:gd name="T7" fmla="*/ 4 h 4"/>
                <a:gd name="T8" fmla="*/ 4 w 4"/>
                <a:gd name="T9" fmla="*/ 4 h 4"/>
                <a:gd name="T10" fmla="*/ 3 w 4"/>
                <a:gd name="T11" fmla="*/ 2 h 4"/>
                <a:gd name="T12" fmla="*/ 0 w 4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1" y="2"/>
                    <a:pt x="2" y="3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4" y="4"/>
                  </a:cubicBezTo>
                  <a:cubicBezTo>
                    <a:pt x="3" y="3"/>
                    <a:pt x="3" y="2"/>
                    <a:pt x="3" y="2"/>
                  </a:cubicBezTo>
                  <a:cubicBezTo>
                    <a:pt x="2" y="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65" name="Freeform 49">
              <a:extLst>
                <a:ext uri="{FF2B5EF4-FFF2-40B4-BE49-F238E27FC236}">
                  <a16:creationId xmlns:a16="http://schemas.microsoft.com/office/drawing/2014/main" id="{61A9188A-8233-4E9F-97E9-755D44E335B6}"/>
                </a:ext>
              </a:extLst>
            </p:cNvPr>
            <p:cNvSpPr>
              <a:spLocks/>
            </p:cNvSpPr>
            <p:nvPr/>
          </p:nvSpPr>
          <p:spPr bwMode="auto">
            <a:xfrm>
              <a:off x="8446994" y="5256348"/>
              <a:ext cx="4693" cy="4693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2 h 2"/>
                <a:gd name="T4" fmla="*/ 1 w 2"/>
                <a:gd name="T5" fmla="*/ 2 h 2"/>
                <a:gd name="T6" fmla="*/ 2 w 2"/>
                <a:gd name="T7" fmla="*/ 1 h 2"/>
                <a:gd name="T8" fmla="*/ 1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2"/>
                    <a:pt x="1" y="2"/>
                  </a:cubicBezTo>
                  <a:cubicBezTo>
                    <a:pt x="1" y="2"/>
                    <a:pt x="2" y="1"/>
                    <a:pt x="2" y="1"/>
                  </a:cubicBezTo>
                  <a:cubicBezTo>
                    <a:pt x="2" y="1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66" name="Freeform 50">
              <a:extLst>
                <a:ext uri="{FF2B5EF4-FFF2-40B4-BE49-F238E27FC236}">
                  <a16:creationId xmlns:a16="http://schemas.microsoft.com/office/drawing/2014/main" id="{462CAA98-4F00-6CD6-E3EC-56AAF0864B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440424" y="5254471"/>
              <a:ext cx="1877" cy="3754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0 w 1"/>
                <a:gd name="T5" fmla="*/ 2 h 2"/>
                <a:gd name="T6" fmla="*/ 1 w 1"/>
                <a:gd name="T7" fmla="*/ 0 h 2"/>
                <a:gd name="T8" fmla="*/ 0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0"/>
                    <a:pt x="0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67" name="Freeform 51">
              <a:extLst>
                <a:ext uri="{FF2B5EF4-FFF2-40B4-BE49-F238E27FC236}">
                  <a16:creationId xmlns:a16="http://schemas.microsoft.com/office/drawing/2014/main" id="{4D15F2C5-D036-E97D-F80B-FA033C9C561B}"/>
                </a:ext>
              </a:extLst>
            </p:cNvPr>
            <p:cNvSpPr>
              <a:spLocks/>
            </p:cNvSpPr>
            <p:nvPr/>
          </p:nvSpPr>
          <p:spPr bwMode="auto">
            <a:xfrm>
              <a:off x="8488292" y="5202849"/>
              <a:ext cx="46930" cy="35667"/>
            </a:xfrm>
            <a:custGeom>
              <a:avLst/>
              <a:gdLst>
                <a:gd name="T0" fmla="*/ 0 w 22"/>
                <a:gd name="T1" fmla="*/ 14 h 16"/>
                <a:gd name="T2" fmla="*/ 8 w 22"/>
                <a:gd name="T3" fmla="*/ 16 h 16"/>
                <a:gd name="T4" fmla="*/ 15 w 22"/>
                <a:gd name="T5" fmla="*/ 11 h 16"/>
                <a:gd name="T6" fmla="*/ 22 w 22"/>
                <a:gd name="T7" fmla="*/ 3 h 16"/>
                <a:gd name="T8" fmla="*/ 10 w 22"/>
                <a:gd name="T9" fmla="*/ 0 h 16"/>
                <a:gd name="T10" fmla="*/ 0 w 22"/>
                <a:gd name="T11" fmla="*/ 1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6">
                  <a:moveTo>
                    <a:pt x="0" y="14"/>
                  </a:moveTo>
                  <a:cubicBezTo>
                    <a:pt x="2" y="15"/>
                    <a:pt x="5" y="15"/>
                    <a:pt x="8" y="16"/>
                  </a:cubicBezTo>
                  <a:cubicBezTo>
                    <a:pt x="10" y="14"/>
                    <a:pt x="13" y="13"/>
                    <a:pt x="15" y="11"/>
                  </a:cubicBezTo>
                  <a:cubicBezTo>
                    <a:pt x="17" y="8"/>
                    <a:pt x="20" y="6"/>
                    <a:pt x="22" y="3"/>
                  </a:cubicBezTo>
                  <a:cubicBezTo>
                    <a:pt x="18" y="2"/>
                    <a:pt x="14" y="1"/>
                    <a:pt x="10" y="0"/>
                  </a:cubicBezTo>
                  <a:cubicBezTo>
                    <a:pt x="7" y="5"/>
                    <a:pt x="4" y="9"/>
                    <a:pt x="0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68" name="Freeform 52">
              <a:extLst>
                <a:ext uri="{FF2B5EF4-FFF2-40B4-BE49-F238E27FC236}">
                  <a16:creationId xmlns:a16="http://schemas.microsoft.com/office/drawing/2014/main" id="{9A3C9948-7CEF-AEA2-7306-8CCE9D6FDEE5}"/>
                </a:ext>
              </a:extLst>
            </p:cNvPr>
            <p:cNvSpPr>
              <a:spLocks/>
            </p:cNvSpPr>
            <p:nvPr/>
          </p:nvSpPr>
          <p:spPr bwMode="auto">
            <a:xfrm>
              <a:off x="8438546" y="5174691"/>
              <a:ext cx="34728" cy="45992"/>
            </a:xfrm>
            <a:custGeom>
              <a:avLst/>
              <a:gdLst>
                <a:gd name="T0" fmla="*/ 9 w 16"/>
                <a:gd name="T1" fmla="*/ 21 h 21"/>
                <a:gd name="T2" fmla="*/ 16 w 16"/>
                <a:gd name="T3" fmla="*/ 7 h 21"/>
                <a:gd name="T4" fmla="*/ 12 w 16"/>
                <a:gd name="T5" fmla="*/ 5 h 21"/>
                <a:gd name="T6" fmla="*/ 3 w 16"/>
                <a:gd name="T7" fmla="*/ 0 h 21"/>
                <a:gd name="T8" fmla="*/ 0 w 16"/>
                <a:gd name="T9" fmla="*/ 17 h 21"/>
                <a:gd name="T10" fmla="*/ 7 w 16"/>
                <a:gd name="T11" fmla="*/ 21 h 21"/>
                <a:gd name="T12" fmla="*/ 9 w 16"/>
                <a:gd name="T1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21">
                  <a:moveTo>
                    <a:pt x="9" y="21"/>
                  </a:moveTo>
                  <a:cubicBezTo>
                    <a:pt x="11" y="17"/>
                    <a:pt x="13" y="12"/>
                    <a:pt x="16" y="7"/>
                  </a:cubicBezTo>
                  <a:cubicBezTo>
                    <a:pt x="15" y="6"/>
                    <a:pt x="13" y="6"/>
                    <a:pt x="12" y="5"/>
                  </a:cubicBezTo>
                  <a:cubicBezTo>
                    <a:pt x="9" y="3"/>
                    <a:pt x="6" y="2"/>
                    <a:pt x="3" y="0"/>
                  </a:cubicBezTo>
                  <a:cubicBezTo>
                    <a:pt x="1" y="5"/>
                    <a:pt x="1" y="11"/>
                    <a:pt x="0" y="17"/>
                  </a:cubicBezTo>
                  <a:cubicBezTo>
                    <a:pt x="3" y="18"/>
                    <a:pt x="5" y="19"/>
                    <a:pt x="7" y="21"/>
                  </a:cubicBezTo>
                  <a:cubicBezTo>
                    <a:pt x="8" y="21"/>
                    <a:pt x="8" y="21"/>
                    <a:pt x="9" y="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69" name="Freeform 53">
              <a:extLst>
                <a:ext uri="{FF2B5EF4-FFF2-40B4-BE49-F238E27FC236}">
                  <a16:creationId xmlns:a16="http://schemas.microsoft.com/office/drawing/2014/main" id="{8B0784F2-8620-3A0E-7739-D9A3399A182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13634" y="5209418"/>
              <a:ext cx="58193" cy="33789"/>
            </a:xfrm>
            <a:custGeom>
              <a:avLst/>
              <a:gdLst>
                <a:gd name="T0" fmla="*/ 24 w 27"/>
                <a:gd name="T1" fmla="*/ 1 h 15"/>
                <a:gd name="T2" fmla="*/ 13 w 27"/>
                <a:gd name="T3" fmla="*/ 0 h 15"/>
                <a:gd name="T4" fmla="*/ 5 w 27"/>
                <a:gd name="T5" fmla="*/ 10 h 15"/>
                <a:gd name="T6" fmla="*/ 0 w 27"/>
                <a:gd name="T7" fmla="*/ 14 h 15"/>
                <a:gd name="T8" fmla="*/ 10 w 27"/>
                <a:gd name="T9" fmla="*/ 15 h 15"/>
                <a:gd name="T10" fmla="*/ 21 w 27"/>
                <a:gd name="T11" fmla="*/ 7 h 15"/>
                <a:gd name="T12" fmla="*/ 27 w 27"/>
                <a:gd name="T13" fmla="*/ 1 h 15"/>
                <a:gd name="T14" fmla="*/ 24 w 27"/>
                <a:gd name="T15" fmla="*/ 1 h 15"/>
                <a:gd name="T16" fmla="*/ 24 w 27"/>
                <a:gd name="T17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5">
                  <a:moveTo>
                    <a:pt x="24" y="1"/>
                  </a:moveTo>
                  <a:cubicBezTo>
                    <a:pt x="21" y="1"/>
                    <a:pt x="17" y="1"/>
                    <a:pt x="13" y="0"/>
                  </a:cubicBezTo>
                  <a:cubicBezTo>
                    <a:pt x="11" y="4"/>
                    <a:pt x="8" y="7"/>
                    <a:pt x="5" y="10"/>
                  </a:cubicBezTo>
                  <a:cubicBezTo>
                    <a:pt x="3" y="11"/>
                    <a:pt x="2" y="13"/>
                    <a:pt x="0" y="14"/>
                  </a:cubicBezTo>
                  <a:cubicBezTo>
                    <a:pt x="4" y="15"/>
                    <a:pt x="7" y="15"/>
                    <a:pt x="10" y="15"/>
                  </a:cubicBezTo>
                  <a:cubicBezTo>
                    <a:pt x="14" y="13"/>
                    <a:pt x="18" y="10"/>
                    <a:pt x="21" y="7"/>
                  </a:cubicBezTo>
                  <a:cubicBezTo>
                    <a:pt x="23" y="5"/>
                    <a:pt x="25" y="3"/>
                    <a:pt x="27" y="1"/>
                  </a:cubicBezTo>
                  <a:cubicBezTo>
                    <a:pt x="26" y="1"/>
                    <a:pt x="25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70" name="Freeform 54">
              <a:extLst>
                <a:ext uri="{FF2B5EF4-FFF2-40B4-BE49-F238E27FC236}">
                  <a16:creationId xmlns:a16="http://schemas.microsoft.com/office/drawing/2014/main" id="{2275FDF7-FA4E-AE5D-B933-DED505110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386924" y="5127761"/>
              <a:ext cx="21588" cy="61947"/>
            </a:xfrm>
            <a:custGeom>
              <a:avLst/>
              <a:gdLst>
                <a:gd name="T0" fmla="*/ 9 w 10"/>
                <a:gd name="T1" fmla="*/ 28 h 28"/>
                <a:gd name="T2" fmla="*/ 9 w 10"/>
                <a:gd name="T3" fmla="*/ 23 h 28"/>
                <a:gd name="T4" fmla="*/ 10 w 10"/>
                <a:gd name="T5" fmla="*/ 9 h 28"/>
                <a:gd name="T6" fmla="*/ 0 w 10"/>
                <a:gd name="T7" fmla="*/ 0 h 28"/>
                <a:gd name="T8" fmla="*/ 0 w 10"/>
                <a:gd name="T9" fmla="*/ 10 h 28"/>
                <a:gd name="T10" fmla="*/ 1 w 10"/>
                <a:gd name="T11" fmla="*/ 20 h 28"/>
                <a:gd name="T12" fmla="*/ 9 w 10"/>
                <a:gd name="T13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28">
                  <a:moveTo>
                    <a:pt x="9" y="28"/>
                  </a:moveTo>
                  <a:cubicBezTo>
                    <a:pt x="9" y="26"/>
                    <a:pt x="9" y="25"/>
                    <a:pt x="9" y="23"/>
                  </a:cubicBezTo>
                  <a:cubicBezTo>
                    <a:pt x="9" y="19"/>
                    <a:pt x="9" y="14"/>
                    <a:pt x="10" y="9"/>
                  </a:cubicBezTo>
                  <a:cubicBezTo>
                    <a:pt x="7" y="6"/>
                    <a:pt x="3" y="3"/>
                    <a:pt x="0" y="0"/>
                  </a:cubicBezTo>
                  <a:cubicBezTo>
                    <a:pt x="0" y="3"/>
                    <a:pt x="0" y="6"/>
                    <a:pt x="0" y="10"/>
                  </a:cubicBezTo>
                  <a:cubicBezTo>
                    <a:pt x="0" y="13"/>
                    <a:pt x="0" y="16"/>
                    <a:pt x="1" y="20"/>
                  </a:cubicBezTo>
                  <a:cubicBezTo>
                    <a:pt x="3" y="23"/>
                    <a:pt x="6" y="25"/>
                    <a:pt x="9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71" name="Freeform 55">
              <a:extLst>
                <a:ext uri="{FF2B5EF4-FFF2-40B4-BE49-F238E27FC236}">
                  <a16:creationId xmlns:a16="http://schemas.microsoft.com/office/drawing/2014/main" id="{91801B33-11BC-9352-E6A3-7DFCF4F3486E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8363" y="5205664"/>
              <a:ext cx="54439" cy="37544"/>
            </a:xfrm>
            <a:custGeom>
              <a:avLst/>
              <a:gdLst>
                <a:gd name="T0" fmla="*/ 7 w 25"/>
                <a:gd name="T1" fmla="*/ 11 h 17"/>
                <a:gd name="T2" fmla="*/ 0 w 25"/>
                <a:gd name="T3" fmla="*/ 17 h 17"/>
                <a:gd name="T4" fmla="*/ 10 w 25"/>
                <a:gd name="T5" fmla="*/ 16 h 17"/>
                <a:gd name="T6" fmla="*/ 13 w 25"/>
                <a:gd name="T7" fmla="*/ 14 h 17"/>
                <a:gd name="T8" fmla="*/ 13 w 25"/>
                <a:gd name="T9" fmla="*/ 14 h 17"/>
                <a:gd name="T10" fmla="*/ 25 w 25"/>
                <a:gd name="T11" fmla="*/ 0 h 17"/>
                <a:gd name="T12" fmla="*/ 23 w 25"/>
                <a:gd name="T13" fmla="*/ 1 h 17"/>
                <a:gd name="T14" fmla="*/ 15 w 25"/>
                <a:gd name="T15" fmla="*/ 3 h 17"/>
                <a:gd name="T16" fmla="*/ 7 w 25"/>
                <a:gd name="T17" fmla="*/ 1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17">
                  <a:moveTo>
                    <a:pt x="7" y="11"/>
                  </a:moveTo>
                  <a:cubicBezTo>
                    <a:pt x="5" y="14"/>
                    <a:pt x="3" y="16"/>
                    <a:pt x="0" y="17"/>
                  </a:cubicBezTo>
                  <a:cubicBezTo>
                    <a:pt x="4" y="17"/>
                    <a:pt x="7" y="17"/>
                    <a:pt x="10" y="16"/>
                  </a:cubicBezTo>
                  <a:cubicBezTo>
                    <a:pt x="11" y="15"/>
                    <a:pt x="12" y="15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8" y="10"/>
                    <a:pt x="22" y="6"/>
                    <a:pt x="25" y="0"/>
                  </a:cubicBezTo>
                  <a:cubicBezTo>
                    <a:pt x="24" y="1"/>
                    <a:pt x="24" y="1"/>
                    <a:pt x="23" y="1"/>
                  </a:cubicBezTo>
                  <a:cubicBezTo>
                    <a:pt x="20" y="2"/>
                    <a:pt x="18" y="3"/>
                    <a:pt x="15" y="3"/>
                  </a:cubicBezTo>
                  <a:cubicBezTo>
                    <a:pt x="13" y="6"/>
                    <a:pt x="10" y="9"/>
                    <a:pt x="7" y="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72" name="Freeform 56">
              <a:extLst>
                <a:ext uri="{FF2B5EF4-FFF2-40B4-BE49-F238E27FC236}">
                  <a16:creationId xmlns:a16="http://schemas.microsoft.com/office/drawing/2014/main" id="{00D371CA-7988-993B-F1E4-B26486D24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2266" y="5154042"/>
              <a:ext cx="26281" cy="53500"/>
            </a:xfrm>
            <a:custGeom>
              <a:avLst/>
              <a:gdLst>
                <a:gd name="T0" fmla="*/ 1 w 12"/>
                <a:gd name="T1" fmla="*/ 0 h 24"/>
                <a:gd name="T2" fmla="*/ 0 w 12"/>
                <a:gd name="T3" fmla="*/ 11 h 24"/>
                <a:gd name="T4" fmla="*/ 1 w 12"/>
                <a:gd name="T5" fmla="*/ 18 h 24"/>
                <a:gd name="T6" fmla="*/ 9 w 12"/>
                <a:gd name="T7" fmla="*/ 24 h 24"/>
                <a:gd name="T8" fmla="*/ 12 w 12"/>
                <a:gd name="T9" fmla="*/ 7 h 24"/>
                <a:gd name="T10" fmla="*/ 1 w 12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24">
                  <a:moveTo>
                    <a:pt x="1" y="0"/>
                  </a:moveTo>
                  <a:cubicBezTo>
                    <a:pt x="1" y="3"/>
                    <a:pt x="0" y="7"/>
                    <a:pt x="0" y="11"/>
                  </a:cubicBezTo>
                  <a:cubicBezTo>
                    <a:pt x="0" y="14"/>
                    <a:pt x="0" y="16"/>
                    <a:pt x="1" y="18"/>
                  </a:cubicBezTo>
                  <a:cubicBezTo>
                    <a:pt x="3" y="20"/>
                    <a:pt x="6" y="22"/>
                    <a:pt x="9" y="24"/>
                  </a:cubicBezTo>
                  <a:cubicBezTo>
                    <a:pt x="10" y="18"/>
                    <a:pt x="10" y="13"/>
                    <a:pt x="12" y="7"/>
                  </a:cubicBezTo>
                  <a:cubicBezTo>
                    <a:pt x="8" y="5"/>
                    <a:pt x="4" y="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73" name="Freeform 57">
              <a:extLst>
                <a:ext uri="{FF2B5EF4-FFF2-40B4-BE49-F238E27FC236}">
                  <a16:creationId xmlns:a16="http://schemas.microsoft.com/office/drawing/2014/main" id="{8136E19F-566F-0783-AAD1-ECD90BFF0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8367213" y="5105235"/>
              <a:ext cx="15018" cy="55377"/>
            </a:xfrm>
            <a:custGeom>
              <a:avLst/>
              <a:gdLst>
                <a:gd name="T0" fmla="*/ 7 w 7"/>
                <a:gd name="T1" fmla="*/ 7 h 25"/>
                <a:gd name="T2" fmla="*/ 2 w 7"/>
                <a:gd name="T3" fmla="*/ 0 h 25"/>
                <a:gd name="T4" fmla="*/ 0 w 7"/>
                <a:gd name="T5" fmla="*/ 14 h 25"/>
                <a:gd name="T6" fmla="*/ 0 w 7"/>
                <a:gd name="T7" fmla="*/ 14 h 25"/>
                <a:gd name="T8" fmla="*/ 0 w 7"/>
                <a:gd name="T9" fmla="*/ 15 h 25"/>
                <a:gd name="T10" fmla="*/ 0 w 7"/>
                <a:gd name="T11" fmla="*/ 15 h 25"/>
                <a:gd name="T12" fmla="*/ 6 w 7"/>
                <a:gd name="T13" fmla="*/ 25 h 25"/>
                <a:gd name="T14" fmla="*/ 6 w 7"/>
                <a:gd name="T15" fmla="*/ 20 h 25"/>
                <a:gd name="T16" fmla="*/ 7 w 7"/>
                <a:gd name="T17" fmla="*/ 7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25">
                  <a:moveTo>
                    <a:pt x="7" y="7"/>
                  </a:moveTo>
                  <a:cubicBezTo>
                    <a:pt x="5" y="4"/>
                    <a:pt x="3" y="2"/>
                    <a:pt x="2" y="0"/>
                  </a:cubicBezTo>
                  <a:cubicBezTo>
                    <a:pt x="1" y="4"/>
                    <a:pt x="0" y="9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1" y="19"/>
                    <a:pt x="3" y="22"/>
                    <a:pt x="6" y="25"/>
                  </a:cubicBezTo>
                  <a:cubicBezTo>
                    <a:pt x="6" y="23"/>
                    <a:pt x="6" y="21"/>
                    <a:pt x="6" y="20"/>
                  </a:cubicBezTo>
                  <a:cubicBezTo>
                    <a:pt x="6" y="15"/>
                    <a:pt x="6" y="11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74" name="Freeform 58">
              <a:extLst>
                <a:ext uri="{FF2B5EF4-FFF2-40B4-BE49-F238E27FC236}">
                  <a16:creationId xmlns:a16="http://schemas.microsoft.com/office/drawing/2014/main" id="{0C1C02F2-0062-7E2E-FA74-85C85D7FC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3889" y="5191585"/>
              <a:ext cx="39421" cy="40360"/>
            </a:xfrm>
            <a:custGeom>
              <a:avLst/>
              <a:gdLst>
                <a:gd name="T0" fmla="*/ 7 w 18"/>
                <a:gd name="T1" fmla="*/ 0 h 18"/>
                <a:gd name="T2" fmla="*/ 0 w 18"/>
                <a:gd name="T3" fmla="*/ 15 h 18"/>
                <a:gd name="T4" fmla="*/ 7 w 18"/>
                <a:gd name="T5" fmla="*/ 18 h 18"/>
                <a:gd name="T6" fmla="*/ 18 w 18"/>
                <a:gd name="T7" fmla="*/ 4 h 18"/>
                <a:gd name="T8" fmla="*/ 7 w 18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8">
                  <a:moveTo>
                    <a:pt x="7" y="0"/>
                  </a:moveTo>
                  <a:cubicBezTo>
                    <a:pt x="4" y="5"/>
                    <a:pt x="2" y="10"/>
                    <a:pt x="0" y="15"/>
                  </a:cubicBezTo>
                  <a:cubicBezTo>
                    <a:pt x="2" y="16"/>
                    <a:pt x="5" y="17"/>
                    <a:pt x="7" y="18"/>
                  </a:cubicBezTo>
                  <a:cubicBezTo>
                    <a:pt x="11" y="13"/>
                    <a:pt x="15" y="9"/>
                    <a:pt x="18" y="4"/>
                  </a:cubicBezTo>
                  <a:cubicBezTo>
                    <a:pt x="14" y="3"/>
                    <a:pt x="10" y="2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75" name="Freeform 59">
              <a:extLst>
                <a:ext uri="{FF2B5EF4-FFF2-40B4-BE49-F238E27FC236}">
                  <a16:creationId xmlns:a16="http://schemas.microsoft.com/office/drawing/2014/main" id="{3AFDCEC1-659A-E071-D023-ED3C897D1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8367213" y="5156857"/>
              <a:ext cx="26281" cy="57255"/>
            </a:xfrm>
            <a:custGeom>
              <a:avLst/>
              <a:gdLst>
                <a:gd name="T0" fmla="*/ 0 w 12"/>
                <a:gd name="T1" fmla="*/ 0 h 26"/>
                <a:gd name="T2" fmla="*/ 7 w 12"/>
                <a:gd name="T3" fmla="*/ 20 h 26"/>
                <a:gd name="T4" fmla="*/ 7 w 12"/>
                <a:gd name="T5" fmla="*/ 20 h 26"/>
                <a:gd name="T6" fmla="*/ 12 w 12"/>
                <a:gd name="T7" fmla="*/ 26 h 26"/>
                <a:gd name="T8" fmla="*/ 7 w 12"/>
                <a:gd name="T9" fmla="*/ 9 h 26"/>
                <a:gd name="T10" fmla="*/ 0 w 12"/>
                <a:gd name="T11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26">
                  <a:moveTo>
                    <a:pt x="0" y="0"/>
                  </a:moveTo>
                  <a:cubicBezTo>
                    <a:pt x="1" y="7"/>
                    <a:pt x="3" y="14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9" y="22"/>
                    <a:pt x="10" y="24"/>
                    <a:pt x="12" y="26"/>
                  </a:cubicBezTo>
                  <a:cubicBezTo>
                    <a:pt x="10" y="20"/>
                    <a:pt x="8" y="15"/>
                    <a:pt x="7" y="9"/>
                  </a:cubicBezTo>
                  <a:cubicBezTo>
                    <a:pt x="4" y="6"/>
                    <a:pt x="2" y="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76" name="Freeform 60">
              <a:extLst>
                <a:ext uri="{FF2B5EF4-FFF2-40B4-BE49-F238E27FC236}">
                  <a16:creationId xmlns:a16="http://schemas.microsoft.com/office/drawing/2014/main" id="{3C19DF80-3E7F-81A6-D721-F4E36170F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83599" y="5246962"/>
              <a:ext cx="41298" cy="15956"/>
            </a:xfrm>
            <a:custGeom>
              <a:avLst/>
              <a:gdLst>
                <a:gd name="T0" fmla="*/ 0 w 19"/>
                <a:gd name="T1" fmla="*/ 6 h 7"/>
                <a:gd name="T2" fmla="*/ 1 w 19"/>
                <a:gd name="T3" fmla="*/ 7 h 7"/>
                <a:gd name="T4" fmla="*/ 19 w 19"/>
                <a:gd name="T5" fmla="*/ 1 h 7"/>
                <a:gd name="T6" fmla="*/ 10 w 19"/>
                <a:gd name="T7" fmla="*/ 0 h 7"/>
                <a:gd name="T8" fmla="*/ 0 w 19"/>
                <a:gd name="T9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7">
                  <a:moveTo>
                    <a:pt x="0" y="6"/>
                  </a:moveTo>
                  <a:cubicBezTo>
                    <a:pt x="0" y="6"/>
                    <a:pt x="0" y="6"/>
                    <a:pt x="1" y="7"/>
                  </a:cubicBezTo>
                  <a:cubicBezTo>
                    <a:pt x="7" y="6"/>
                    <a:pt x="13" y="4"/>
                    <a:pt x="19" y="1"/>
                  </a:cubicBezTo>
                  <a:cubicBezTo>
                    <a:pt x="16" y="1"/>
                    <a:pt x="13" y="0"/>
                    <a:pt x="10" y="0"/>
                  </a:cubicBezTo>
                  <a:cubicBezTo>
                    <a:pt x="7" y="2"/>
                    <a:pt x="4" y="4"/>
                    <a:pt x="0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77" name="Freeform 61">
              <a:extLst>
                <a:ext uri="{FF2B5EF4-FFF2-40B4-BE49-F238E27FC236}">
                  <a16:creationId xmlns:a16="http://schemas.microsoft.com/office/drawing/2014/main" id="{81124CC4-1119-EBD3-2FD8-DDC2F63610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1687" y="5231945"/>
              <a:ext cx="23465" cy="19711"/>
            </a:xfrm>
            <a:custGeom>
              <a:avLst/>
              <a:gdLst>
                <a:gd name="T0" fmla="*/ 0 w 11"/>
                <a:gd name="T1" fmla="*/ 8 h 9"/>
                <a:gd name="T2" fmla="*/ 3 w 11"/>
                <a:gd name="T3" fmla="*/ 9 h 9"/>
                <a:gd name="T4" fmla="*/ 9 w 11"/>
                <a:gd name="T5" fmla="*/ 4 h 9"/>
                <a:gd name="T6" fmla="*/ 11 w 11"/>
                <a:gd name="T7" fmla="*/ 2 h 9"/>
                <a:gd name="T8" fmla="*/ 4 w 11"/>
                <a:gd name="T9" fmla="*/ 0 h 9"/>
                <a:gd name="T10" fmla="*/ 0 w 11"/>
                <a:gd name="T11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0" y="8"/>
                  </a:moveTo>
                  <a:cubicBezTo>
                    <a:pt x="1" y="9"/>
                    <a:pt x="2" y="9"/>
                    <a:pt x="3" y="9"/>
                  </a:cubicBezTo>
                  <a:cubicBezTo>
                    <a:pt x="5" y="8"/>
                    <a:pt x="7" y="6"/>
                    <a:pt x="9" y="4"/>
                  </a:cubicBezTo>
                  <a:cubicBezTo>
                    <a:pt x="10" y="3"/>
                    <a:pt x="10" y="3"/>
                    <a:pt x="11" y="2"/>
                  </a:cubicBezTo>
                  <a:cubicBezTo>
                    <a:pt x="9" y="2"/>
                    <a:pt x="7" y="1"/>
                    <a:pt x="4" y="0"/>
                  </a:cubicBezTo>
                  <a:cubicBezTo>
                    <a:pt x="3" y="3"/>
                    <a:pt x="2" y="6"/>
                    <a:pt x="0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78" name="Freeform 62">
              <a:extLst>
                <a:ext uri="{FF2B5EF4-FFF2-40B4-BE49-F238E27FC236}">
                  <a16:creationId xmlns:a16="http://schemas.microsoft.com/office/drawing/2014/main" id="{6EE9A0B4-3FA8-D6AE-8382-2E4D8E5732B2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5082" y="5205664"/>
              <a:ext cx="16895" cy="34728"/>
            </a:xfrm>
            <a:custGeom>
              <a:avLst/>
              <a:gdLst>
                <a:gd name="T0" fmla="*/ 8 w 8"/>
                <a:gd name="T1" fmla="*/ 9 h 16"/>
                <a:gd name="T2" fmla="*/ 8 w 8"/>
                <a:gd name="T3" fmla="*/ 5 h 16"/>
                <a:gd name="T4" fmla="*/ 0 w 8"/>
                <a:gd name="T5" fmla="*/ 0 h 16"/>
                <a:gd name="T6" fmla="*/ 3 w 8"/>
                <a:gd name="T7" fmla="*/ 13 h 16"/>
                <a:gd name="T8" fmla="*/ 8 w 8"/>
                <a:gd name="T9" fmla="*/ 16 h 16"/>
                <a:gd name="T10" fmla="*/ 8 w 8"/>
                <a:gd name="T1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6">
                  <a:moveTo>
                    <a:pt x="8" y="9"/>
                  </a:moveTo>
                  <a:cubicBezTo>
                    <a:pt x="8" y="8"/>
                    <a:pt x="8" y="6"/>
                    <a:pt x="8" y="5"/>
                  </a:cubicBezTo>
                  <a:cubicBezTo>
                    <a:pt x="5" y="3"/>
                    <a:pt x="3" y="2"/>
                    <a:pt x="0" y="0"/>
                  </a:cubicBezTo>
                  <a:cubicBezTo>
                    <a:pt x="1" y="4"/>
                    <a:pt x="2" y="9"/>
                    <a:pt x="3" y="13"/>
                  </a:cubicBezTo>
                  <a:cubicBezTo>
                    <a:pt x="5" y="14"/>
                    <a:pt x="6" y="15"/>
                    <a:pt x="8" y="16"/>
                  </a:cubicBezTo>
                  <a:cubicBezTo>
                    <a:pt x="8" y="14"/>
                    <a:pt x="8" y="12"/>
                    <a:pt x="8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79" name="Freeform 63">
              <a:extLst>
                <a:ext uri="{FF2B5EF4-FFF2-40B4-BE49-F238E27FC236}">
                  <a16:creationId xmlns:a16="http://schemas.microsoft.com/office/drawing/2014/main" id="{E89649F0-192F-34B7-141F-87DBB78F8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3889" y="5238515"/>
              <a:ext cx="32851" cy="19711"/>
            </a:xfrm>
            <a:custGeom>
              <a:avLst/>
              <a:gdLst>
                <a:gd name="T0" fmla="*/ 8 w 15"/>
                <a:gd name="T1" fmla="*/ 0 h 9"/>
                <a:gd name="T2" fmla="*/ 5 w 15"/>
                <a:gd name="T3" fmla="*/ 3 h 9"/>
                <a:gd name="T4" fmla="*/ 0 w 15"/>
                <a:gd name="T5" fmla="*/ 8 h 9"/>
                <a:gd name="T6" fmla="*/ 4 w 15"/>
                <a:gd name="T7" fmla="*/ 9 h 9"/>
                <a:gd name="T8" fmla="*/ 15 w 15"/>
                <a:gd name="T9" fmla="*/ 3 h 9"/>
                <a:gd name="T10" fmla="*/ 8 w 15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9">
                  <a:moveTo>
                    <a:pt x="8" y="0"/>
                  </a:moveTo>
                  <a:cubicBezTo>
                    <a:pt x="7" y="1"/>
                    <a:pt x="6" y="2"/>
                    <a:pt x="5" y="3"/>
                  </a:cubicBezTo>
                  <a:cubicBezTo>
                    <a:pt x="4" y="5"/>
                    <a:pt x="2" y="6"/>
                    <a:pt x="0" y="8"/>
                  </a:cubicBezTo>
                  <a:cubicBezTo>
                    <a:pt x="2" y="8"/>
                    <a:pt x="3" y="9"/>
                    <a:pt x="4" y="9"/>
                  </a:cubicBezTo>
                  <a:cubicBezTo>
                    <a:pt x="8" y="7"/>
                    <a:pt x="12" y="5"/>
                    <a:pt x="15" y="3"/>
                  </a:cubicBezTo>
                  <a:cubicBezTo>
                    <a:pt x="13" y="2"/>
                    <a:pt x="10" y="1"/>
                    <a:pt x="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80" name="Freeform 64">
              <a:extLst>
                <a:ext uri="{FF2B5EF4-FFF2-40B4-BE49-F238E27FC236}">
                  <a16:creationId xmlns:a16="http://schemas.microsoft.com/office/drawing/2014/main" id="{7A3F0993-21DA-B19B-D54A-30D415CBA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8390678" y="5185015"/>
              <a:ext cx="21588" cy="42237"/>
            </a:xfrm>
            <a:custGeom>
              <a:avLst/>
              <a:gdLst>
                <a:gd name="T0" fmla="*/ 0 w 10"/>
                <a:gd name="T1" fmla="*/ 0 h 19"/>
                <a:gd name="T2" fmla="*/ 8 w 10"/>
                <a:gd name="T3" fmla="*/ 18 h 19"/>
                <a:gd name="T4" fmla="*/ 10 w 10"/>
                <a:gd name="T5" fmla="*/ 19 h 19"/>
                <a:gd name="T6" fmla="*/ 8 w 10"/>
                <a:gd name="T7" fmla="*/ 6 h 19"/>
                <a:gd name="T8" fmla="*/ 0 w 10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9">
                  <a:moveTo>
                    <a:pt x="0" y="0"/>
                  </a:moveTo>
                  <a:cubicBezTo>
                    <a:pt x="2" y="6"/>
                    <a:pt x="5" y="13"/>
                    <a:pt x="8" y="18"/>
                  </a:cubicBezTo>
                  <a:cubicBezTo>
                    <a:pt x="9" y="19"/>
                    <a:pt x="10" y="19"/>
                    <a:pt x="10" y="19"/>
                  </a:cubicBezTo>
                  <a:cubicBezTo>
                    <a:pt x="9" y="15"/>
                    <a:pt x="8" y="11"/>
                    <a:pt x="8" y="6"/>
                  </a:cubicBezTo>
                  <a:cubicBezTo>
                    <a:pt x="5" y="4"/>
                    <a:pt x="2" y="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81" name="Freeform 65">
              <a:extLst>
                <a:ext uri="{FF2B5EF4-FFF2-40B4-BE49-F238E27FC236}">
                  <a16:creationId xmlns:a16="http://schemas.microsoft.com/office/drawing/2014/main" id="{34F09186-9E85-C613-C479-E602E86A9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3310" y="5249778"/>
              <a:ext cx="56316" cy="17834"/>
            </a:xfrm>
            <a:custGeom>
              <a:avLst/>
              <a:gdLst>
                <a:gd name="T0" fmla="*/ 7 w 26"/>
                <a:gd name="T1" fmla="*/ 8 h 8"/>
                <a:gd name="T2" fmla="*/ 7 w 26"/>
                <a:gd name="T3" fmla="*/ 8 h 8"/>
                <a:gd name="T4" fmla="*/ 26 w 26"/>
                <a:gd name="T5" fmla="*/ 0 h 8"/>
                <a:gd name="T6" fmla="*/ 19 w 26"/>
                <a:gd name="T7" fmla="*/ 1 h 8"/>
                <a:gd name="T8" fmla="*/ 16 w 26"/>
                <a:gd name="T9" fmla="*/ 1 h 8"/>
                <a:gd name="T10" fmla="*/ 0 w 26"/>
                <a:gd name="T11" fmla="*/ 7 h 8"/>
                <a:gd name="T12" fmla="*/ 7 w 26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8">
                  <a:moveTo>
                    <a:pt x="7" y="8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14" y="6"/>
                    <a:pt x="20" y="4"/>
                    <a:pt x="26" y="0"/>
                  </a:cubicBezTo>
                  <a:cubicBezTo>
                    <a:pt x="24" y="1"/>
                    <a:pt x="21" y="1"/>
                    <a:pt x="19" y="1"/>
                  </a:cubicBezTo>
                  <a:cubicBezTo>
                    <a:pt x="18" y="1"/>
                    <a:pt x="17" y="1"/>
                    <a:pt x="16" y="1"/>
                  </a:cubicBezTo>
                  <a:cubicBezTo>
                    <a:pt x="11" y="4"/>
                    <a:pt x="6" y="6"/>
                    <a:pt x="0" y="7"/>
                  </a:cubicBezTo>
                  <a:cubicBezTo>
                    <a:pt x="2" y="7"/>
                    <a:pt x="5" y="8"/>
                    <a:pt x="7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82" name="Freeform 66">
              <a:extLst>
                <a:ext uri="{FF2B5EF4-FFF2-40B4-BE49-F238E27FC236}">
                  <a16:creationId xmlns:a16="http://schemas.microsoft.com/office/drawing/2014/main" id="{B9195907-B533-A5EB-7163-4C36AE986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8438546" y="5220682"/>
              <a:ext cx="16895" cy="26281"/>
            </a:xfrm>
            <a:custGeom>
              <a:avLst/>
              <a:gdLst>
                <a:gd name="T0" fmla="*/ 6 w 8"/>
                <a:gd name="T1" fmla="*/ 3 h 12"/>
                <a:gd name="T2" fmla="*/ 0 w 8"/>
                <a:gd name="T3" fmla="*/ 0 h 12"/>
                <a:gd name="T4" fmla="*/ 0 w 8"/>
                <a:gd name="T5" fmla="*/ 2 h 12"/>
                <a:gd name="T6" fmla="*/ 0 w 8"/>
                <a:gd name="T7" fmla="*/ 10 h 12"/>
                <a:gd name="T8" fmla="*/ 2 w 8"/>
                <a:gd name="T9" fmla="*/ 11 h 12"/>
                <a:gd name="T10" fmla="*/ 3 w 8"/>
                <a:gd name="T11" fmla="*/ 12 h 12"/>
                <a:gd name="T12" fmla="*/ 8 w 8"/>
                <a:gd name="T13" fmla="*/ 3 h 12"/>
                <a:gd name="T14" fmla="*/ 6 w 8"/>
                <a:gd name="T15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12">
                  <a:moveTo>
                    <a:pt x="6" y="3"/>
                  </a:moveTo>
                  <a:cubicBezTo>
                    <a:pt x="4" y="2"/>
                    <a:pt x="2" y="1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5"/>
                    <a:pt x="0" y="8"/>
                    <a:pt x="0" y="10"/>
                  </a:cubicBezTo>
                  <a:cubicBezTo>
                    <a:pt x="1" y="11"/>
                    <a:pt x="1" y="11"/>
                    <a:pt x="2" y="11"/>
                  </a:cubicBezTo>
                  <a:cubicBezTo>
                    <a:pt x="2" y="12"/>
                    <a:pt x="3" y="12"/>
                    <a:pt x="3" y="12"/>
                  </a:cubicBezTo>
                  <a:cubicBezTo>
                    <a:pt x="5" y="10"/>
                    <a:pt x="6" y="7"/>
                    <a:pt x="8" y="3"/>
                  </a:cubicBezTo>
                  <a:cubicBezTo>
                    <a:pt x="7" y="3"/>
                    <a:pt x="6" y="3"/>
                    <a:pt x="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5" name="Rectangle: Rounded Corners 104">
            <a:extLst>
              <a:ext uri="{FF2B5EF4-FFF2-40B4-BE49-F238E27FC236}">
                <a16:creationId xmlns:a16="http://schemas.microsoft.com/office/drawing/2014/main" id="{D238C89F-DB22-8443-0D7D-FF3A5181D151}"/>
              </a:ext>
            </a:extLst>
          </p:cNvPr>
          <p:cNvSpPr/>
          <p:nvPr/>
        </p:nvSpPr>
        <p:spPr>
          <a:xfrm>
            <a:off x="7610074" y="2604879"/>
            <a:ext cx="2624460" cy="440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165100" dist="50800" dir="5400000" algn="ctr" rotWithShape="0">
              <a:srgbClr val="000000">
                <a:alpha val="2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 Semibold"/>
              <a:ea typeface="+mn-ea"/>
              <a:cs typeface="+mn-cs"/>
            </a:endParaRPr>
          </a:p>
        </p:txBody>
      </p:sp>
      <p:grpSp>
        <p:nvGrpSpPr>
          <p:cNvPr id="86" name="Group 105">
            <a:extLst>
              <a:ext uri="{FF2B5EF4-FFF2-40B4-BE49-F238E27FC236}">
                <a16:creationId xmlns:a16="http://schemas.microsoft.com/office/drawing/2014/main" id="{D99F8ACA-A321-8735-7DD5-397105163D7C}"/>
              </a:ext>
            </a:extLst>
          </p:cNvPr>
          <p:cNvGrpSpPr/>
          <p:nvPr/>
        </p:nvGrpSpPr>
        <p:grpSpPr>
          <a:xfrm>
            <a:off x="9814224" y="2704372"/>
            <a:ext cx="237707" cy="238457"/>
            <a:chOff x="1727201" y="319088"/>
            <a:chExt cx="503237" cy="504825"/>
          </a:xfrm>
          <a:solidFill>
            <a:srgbClr val="FF5038"/>
          </a:solidFill>
        </p:grpSpPr>
        <p:sp>
          <p:nvSpPr>
            <p:cNvPr id="87" name="Freeform 15">
              <a:extLst>
                <a:ext uri="{FF2B5EF4-FFF2-40B4-BE49-F238E27FC236}">
                  <a16:creationId xmlns:a16="http://schemas.microsoft.com/office/drawing/2014/main" id="{63A36799-7612-D673-A1AA-FDDD9AFC8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2925" y="406400"/>
              <a:ext cx="120650" cy="119062"/>
            </a:xfrm>
            <a:custGeom>
              <a:avLst/>
              <a:gdLst>
                <a:gd name="T0" fmla="*/ 30 w 32"/>
                <a:gd name="T1" fmla="*/ 0 h 32"/>
                <a:gd name="T2" fmla="*/ 0 w 32"/>
                <a:gd name="T3" fmla="*/ 30 h 32"/>
                <a:gd name="T4" fmla="*/ 2 w 32"/>
                <a:gd name="T5" fmla="*/ 32 h 32"/>
                <a:gd name="T6" fmla="*/ 4 w 32"/>
                <a:gd name="T7" fmla="*/ 30 h 32"/>
                <a:gd name="T8" fmla="*/ 30 w 32"/>
                <a:gd name="T9" fmla="*/ 4 h 32"/>
                <a:gd name="T10" fmla="*/ 32 w 32"/>
                <a:gd name="T11" fmla="*/ 2 h 32"/>
                <a:gd name="T12" fmla="*/ 30 w 32"/>
                <a:gd name="T13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2">
                  <a:moveTo>
                    <a:pt x="30" y="0"/>
                  </a:moveTo>
                  <a:cubicBezTo>
                    <a:pt x="13" y="0"/>
                    <a:pt x="0" y="13"/>
                    <a:pt x="0" y="30"/>
                  </a:cubicBezTo>
                  <a:cubicBezTo>
                    <a:pt x="0" y="31"/>
                    <a:pt x="1" y="32"/>
                    <a:pt x="2" y="32"/>
                  </a:cubicBezTo>
                  <a:cubicBezTo>
                    <a:pt x="3" y="32"/>
                    <a:pt x="4" y="31"/>
                    <a:pt x="4" y="30"/>
                  </a:cubicBezTo>
                  <a:cubicBezTo>
                    <a:pt x="4" y="15"/>
                    <a:pt x="15" y="4"/>
                    <a:pt x="30" y="4"/>
                  </a:cubicBezTo>
                  <a:cubicBezTo>
                    <a:pt x="31" y="4"/>
                    <a:pt x="32" y="3"/>
                    <a:pt x="32" y="2"/>
                  </a:cubicBezTo>
                  <a:cubicBezTo>
                    <a:pt x="32" y="1"/>
                    <a:pt x="31" y="0"/>
                    <a:pt x="3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88" name="Freeform 16">
              <a:extLst>
                <a:ext uri="{FF2B5EF4-FFF2-40B4-BE49-F238E27FC236}">
                  <a16:creationId xmlns:a16="http://schemas.microsoft.com/office/drawing/2014/main" id="{C7C76AB4-0F2F-FAC7-C381-949A446A47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7201" y="319088"/>
              <a:ext cx="503237" cy="504825"/>
            </a:xfrm>
            <a:custGeom>
              <a:avLst/>
              <a:gdLst>
                <a:gd name="T0" fmla="*/ 131 w 134"/>
                <a:gd name="T1" fmla="*/ 120 h 134"/>
                <a:gd name="T2" fmla="*/ 102 w 134"/>
                <a:gd name="T3" fmla="*/ 91 h 134"/>
                <a:gd name="T4" fmla="*/ 95 w 134"/>
                <a:gd name="T5" fmla="*/ 90 h 134"/>
                <a:gd name="T6" fmla="*/ 89 w 134"/>
                <a:gd name="T7" fmla="*/ 84 h 134"/>
                <a:gd name="T8" fmla="*/ 89 w 134"/>
                <a:gd name="T9" fmla="*/ 84 h 134"/>
                <a:gd name="T10" fmla="*/ 87 w 134"/>
                <a:gd name="T11" fmla="*/ 19 h 134"/>
                <a:gd name="T12" fmla="*/ 19 w 134"/>
                <a:gd name="T13" fmla="*/ 19 h 134"/>
                <a:gd name="T14" fmla="*/ 19 w 134"/>
                <a:gd name="T15" fmla="*/ 87 h 134"/>
                <a:gd name="T16" fmla="*/ 84 w 134"/>
                <a:gd name="T17" fmla="*/ 89 h 134"/>
                <a:gd name="T18" fmla="*/ 84 w 134"/>
                <a:gd name="T19" fmla="*/ 89 h 134"/>
                <a:gd name="T20" fmla="*/ 90 w 134"/>
                <a:gd name="T21" fmla="*/ 95 h 134"/>
                <a:gd name="T22" fmla="*/ 91 w 134"/>
                <a:gd name="T23" fmla="*/ 102 h 134"/>
                <a:gd name="T24" fmla="*/ 120 w 134"/>
                <a:gd name="T25" fmla="*/ 131 h 134"/>
                <a:gd name="T26" fmla="*/ 130 w 134"/>
                <a:gd name="T27" fmla="*/ 130 h 134"/>
                <a:gd name="T28" fmla="*/ 131 w 134"/>
                <a:gd name="T29" fmla="*/ 120 h 134"/>
                <a:gd name="T30" fmla="*/ 81 w 134"/>
                <a:gd name="T31" fmla="*/ 81 h 134"/>
                <a:gd name="T32" fmla="*/ 24 w 134"/>
                <a:gd name="T33" fmla="*/ 81 h 134"/>
                <a:gd name="T34" fmla="*/ 24 w 134"/>
                <a:gd name="T35" fmla="*/ 24 h 134"/>
                <a:gd name="T36" fmla="*/ 81 w 134"/>
                <a:gd name="T37" fmla="*/ 24 h 134"/>
                <a:gd name="T38" fmla="*/ 81 w 134"/>
                <a:gd name="T39" fmla="*/ 8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4" h="134">
                  <a:moveTo>
                    <a:pt x="131" y="120"/>
                  </a:moveTo>
                  <a:cubicBezTo>
                    <a:pt x="102" y="91"/>
                    <a:pt x="102" y="91"/>
                    <a:pt x="102" y="91"/>
                  </a:cubicBezTo>
                  <a:cubicBezTo>
                    <a:pt x="100" y="89"/>
                    <a:pt x="98" y="89"/>
                    <a:pt x="95" y="90"/>
                  </a:cubicBezTo>
                  <a:cubicBezTo>
                    <a:pt x="89" y="84"/>
                    <a:pt x="89" y="84"/>
                    <a:pt x="89" y="84"/>
                  </a:cubicBezTo>
                  <a:cubicBezTo>
                    <a:pt x="89" y="84"/>
                    <a:pt x="89" y="84"/>
                    <a:pt x="89" y="84"/>
                  </a:cubicBezTo>
                  <a:cubicBezTo>
                    <a:pt x="105" y="65"/>
                    <a:pt x="104" y="36"/>
                    <a:pt x="87" y="19"/>
                  </a:cubicBezTo>
                  <a:cubicBezTo>
                    <a:pt x="68" y="0"/>
                    <a:pt x="38" y="0"/>
                    <a:pt x="19" y="19"/>
                  </a:cubicBezTo>
                  <a:cubicBezTo>
                    <a:pt x="0" y="37"/>
                    <a:pt x="0" y="68"/>
                    <a:pt x="19" y="87"/>
                  </a:cubicBezTo>
                  <a:cubicBezTo>
                    <a:pt x="37" y="104"/>
                    <a:pt x="65" y="105"/>
                    <a:pt x="84" y="89"/>
                  </a:cubicBezTo>
                  <a:cubicBezTo>
                    <a:pt x="84" y="89"/>
                    <a:pt x="84" y="89"/>
                    <a:pt x="84" y="89"/>
                  </a:cubicBezTo>
                  <a:cubicBezTo>
                    <a:pt x="90" y="95"/>
                    <a:pt x="90" y="95"/>
                    <a:pt x="90" y="95"/>
                  </a:cubicBezTo>
                  <a:cubicBezTo>
                    <a:pt x="89" y="98"/>
                    <a:pt x="89" y="100"/>
                    <a:pt x="91" y="102"/>
                  </a:cubicBezTo>
                  <a:cubicBezTo>
                    <a:pt x="120" y="131"/>
                    <a:pt x="120" y="131"/>
                    <a:pt x="120" y="131"/>
                  </a:cubicBezTo>
                  <a:cubicBezTo>
                    <a:pt x="122" y="134"/>
                    <a:pt x="127" y="133"/>
                    <a:pt x="130" y="130"/>
                  </a:cubicBezTo>
                  <a:cubicBezTo>
                    <a:pt x="133" y="127"/>
                    <a:pt x="134" y="122"/>
                    <a:pt x="131" y="120"/>
                  </a:cubicBezTo>
                  <a:close/>
                  <a:moveTo>
                    <a:pt x="81" y="81"/>
                  </a:moveTo>
                  <a:cubicBezTo>
                    <a:pt x="65" y="97"/>
                    <a:pt x="40" y="97"/>
                    <a:pt x="24" y="81"/>
                  </a:cubicBezTo>
                  <a:cubicBezTo>
                    <a:pt x="9" y="65"/>
                    <a:pt x="9" y="40"/>
                    <a:pt x="24" y="24"/>
                  </a:cubicBezTo>
                  <a:cubicBezTo>
                    <a:pt x="40" y="9"/>
                    <a:pt x="65" y="9"/>
                    <a:pt x="81" y="24"/>
                  </a:cubicBezTo>
                  <a:cubicBezTo>
                    <a:pt x="97" y="40"/>
                    <a:pt x="97" y="65"/>
                    <a:pt x="81" y="8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35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9" name="TextBox 108">
            <a:extLst>
              <a:ext uri="{FF2B5EF4-FFF2-40B4-BE49-F238E27FC236}">
                <a16:creationId xmlns:a16="http://schemas.microsoft.com/office/drawing/2014/main" id="{CEAF7B4E-E475-EA82-9CD2-BEB5C417379C}"/>
              </a:ext>
            </a:extLst>
          </p:cNvPr>
          <p:cNvSpPr txBox="1"/>
          <p:nvPr/>
        </p:nvSpPr>
        <p:spPr>
          <a:xfrm>
            <a:off x="7680211" y="2730118"/>
            <a:ext cx="1717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333333">
                    <a:lumMod val="40000"/>
                    <a:lumOff val="60000"/>
                  </a:srgbClr>
                </a:solidFill>
                <a:ea typeface="Lato" panose="020F0502020204030203" pitchFamily="34" charset="0"/>
                <a:cs typeface="Lato" panose="020F0502020204030203" pitchFamily="34" charset="0"/>
              </a:rPr>
              <a:t>Datos de </a:t>
            </a:r>
            <a:r>
              <a:rPr lang="en-US" sz="900" dirty="0" err="1">
                <a:solidFill>
                  <a:srgbClr val="333333">
                    <a:lumMod val="40000"/>
                    <a:lumOff val="60000"/>
                  </a:srgbClr>
                </a:solidFill>
                <a:ea typeface="Lato" panose="020F0502020204030203" pitchFamily="34" charset="0"/>
                <a:cs typeface="Lato" panose="020F0502020204030203" pitchFamily="34" charset="0"/>
              </a:rPr>
              <a:t>contacto</a:t>
            </a:r>
            <a:r>
              <a:rPr lang="en-US" sz="900" dirty="0">
                <a:solidFill>
                  <a:srgbClr val="333333">
                    <a:lumMod val="40000"/>
                    <a:lumOff val="60000"/>
                  </a:srgbClr>
                </a:solidFill>
                <a:ea typeface="Lato" panose="020F0502020204030203" pitchFamily="34" charset="0"/>
                <a:cs typeface="Lato" panose="020F0502020204030203" pitchFamily="34" charset="0"/>
              </a:rPr>
              <a:t> de </a:t>
            </a:r>
            <a:r>
              <a:rPr lang="en-US" sz="900" dirty="0" err="1">
                <a:solidFill>
                  <a:srgbClr val="333333">
                    <a:lumMod val="40000"/>
                    <a:lumOff val="60000"/>
                  </a:srgbClr>
                </a:solidFill>
                <a:ea typeface="Lato" panose="020F0502020204030203" pitchFamily="34" charset="0"/>
                <a:cs typeface="Lato" panose="020F0502020204030203" pitchFamily="34" charset="0"/>
              </a:rPr>
              <a:t>Cívica</a:t>
            </a:r>
            <a:endParaRPr lang="en-US" sz="900" dirty="0">
              <a:solidFill>
                <a:srgbClr val="333333">
                  <a:lumMod val="40000"/>
                  <a:lumOff val="60000"/>
                </a:srgbClr>
              </a:solidFill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7333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CIVICA">
  <a:themeElements>
    <a:clrScheme name="Cívica colores">
      <a:dk1>
        <a:srgbClr val="333333"/>
      </a:dk1>
      <a:lt1>
        <a:sysClr val="window" lastClr="FFFFFF"/>
      </a:lt1>
      <a:dk2>
        <a:srgbClr val="333333"/>
      </a:dk2>
      <a:lt2>
        <a:srgbClr val="FFFFFF"/>
      </a:lt2>
      <a:accent1>
        <a:srgbClr val="FF5038"/>
      </a:accent1>
      <a:accent2>
        <a:srgbClr val="FFAD32"/>
      </a:accent2>
      <a:accent3>
        <a:srgbClr val="9B51E0"/>
      </a:accent3>
      <a:accent4>
        <a:srgbClr val="29E78C"/>
      </a:accent4>
      <a:accent5>
        <a:srgbClr val="61BFED"/>
      </a:accent5>
      <a:accent6>
        <a:srgbClr val="FFAD32"/>
      </a:accent6>
      <a:hlink>
        <a:srgbClr val="FF5038"/>
      </a:hlink>
      <a:folHlink>
        <a:srgbClr val="BDBDBD"/>
      </a:folHlink>
    </a:clrScheme>
    <a:fontScheme name="Civica fuente">
      <a:majorFont>
        <a:latin typeface="Lato Black"/>
        <a:ea typeface=""/>
        <a:cs typeface=""/>
      </a:majorFont>
      <a:minorFont>
        <a:latin typeface="Lato Semibold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Civica" id="{1B30F639-A9B7-488F-9660-4A58AED011CA}" vid="{BBBDB330-594D-48E2-91C3-014010E1F1A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A651D4F0A3A644DB397FE19D807B7FE" ma:contentTypeVersion="15" ma:contentTypeDescription="Crear nuevo documento." ma:contentTypeScope="" ma:versionID="716cb8d9830cd6dd7e541ede1786e18c">
  <xsd:schema xmlns:xsd="http://www.w3.org/2001/XMLSchema" xmlns:xs="http://www.w3.org/2001/XMLSchema" xmlns:p="http://schemas.microsoft.com/office/2006/metadata/properties" xmlns:ns2="8106f05d-4de2-4a7f-912a-50b32b96d76c" xmlns:ns3="0cf898b5-86ac-48cc-9580-9291e3f7f287" targetNamespace="http://schemas.microsoft.com/office/2006/metadata/properties" ma:root="true" ma:fieldsID="c2c22533e07441eb4b3aa0620642a7cc" ns2:_="" ns3:_="">
    <xsd:import namespace="8106f05d-4de2-4a7f-912a-50b32b96d76c"/>
    <xsd:import namespace="0cf898b5-86ac-48cc-9580-9291e3f7f287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06f05d-4de2-4a7f-912a-50b32b96d76c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Etiquetas de imagen" ma:readOnly="false" ma:fieldId="{5cf76f15-5ced-4ddc-b409-7134ff3c332f}" ma:taxonomyMulti="true" ma:sspId="d3e727cf-483e-477b-8ce2-6289c40d32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f898b5-86ac-48cc-9580-9291e3f7f28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ba6cacb3-ed54-46bc-aa29-ca8f9c319d11}" ma:internalName="TaxCatchAll" ma:showField="CatchAllData" ma:web="0cf898b5-86ac-48cc-9580-9291e3f7f28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06f05d-4de2-4a7f-912a-50b32b96d76c">
      <Terms xmlns="http://schemas.microsoft.com/office/infopath/2007/PartnerControls"/>
    </lcf76f155ced4ddcb4097134ff3c332f>
    <TaxCatchAll xmlns="0cf898b5-86ac-48cc-9580-9291e3f7f287" xsi:nil="true"/>
  </documentManagement>
</p:properties>
</file>

<file path=customXml/itemProps1.xml><?xml version="1.0" encoding="utf-8"?>
<ds:datastoreItem xmlns:ds="http://schemas.openxmlformats.org/officeDocument/2006/customXml" ds:itemID="{BD4233A9-4878-4551-9C68-0BD0FFC2B8A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5AFAF2-861C-467C-940C-721C289414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06f05d-4de2-4a7f-912a-50b32b96d76c"/>
    <ds:schemaRef ds:uri="0cf898b5-86ac-48cc-9580-9291e3f7f28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A0A5196-0622-4FD4-8C36-E8451F967F1F}">
  <ds:schemaRefs>
    <ds:schemaRef ds:uri="http://purl.org/dc/dcmitype/"/>
    <ds:schemaRef ds:uri="http://schemas.microsoft.com/office/2006/documentManagement/types"/>
    <ds:schemaRef ds:uri="http://purl.org/dc/elements/1.1/"/>
    <ds:schemaRef ds:uri="0cf898b5-86ac-48cc-9580-9291e3f7f287"/>
    <ds:schemaRef ds:uri="http://schemas.openxmlformats.org/package/2006/metadata/core-properties"/>
    <ds:schemaRef ds:uri="8106f05d-4de2-4a7f-912a-50b32b96d76c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plantilla_civica</Template>
  <TotalTime>594</TotalTime>
  <Words>1265</Words>
  <Application>Microsoft Office PowerPoint</Application>
  <PresentationFormat>Panorámica</PresentationFormat>
  <Paragraphs>207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Arial</vt:lpstr>
      <vt:lpstr>Calibri</vt:lpstr>
      <vt:lpstr>Lato</vt:lpstr>
      <vt:lpstr>Lato Black</vt:lpstr>
      <vt:lpstr>Lato Semibold</vt:lpstr>
      <vt:lpstr>Wingdings</vt:lpstr>
      <vt:lpstr>TemaCIVICA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Herrera Cortés</dc:creator>
  <cp:lastModifiedBy>Javier Herrera Cortés</cp:lastModifiedBy>
  <cp:revision>16</cp:revision>
  <dcterms:created xsi:type="dcterms:W3CDTF">2026-04-06T08:44:25Z</dcterms:created>
  <dcterms:modified xsi:type="dcterms:W3CDTF">2026-05-13T10:47:55Z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0x010100AA651D4F0A3A644DB397FE19D807B7FE</vt:lpwstr>
  </property>
  <property fmtid="{D5CDD505-2E9C-101B-9397-08002B2CF9AE}" pid="3" name="MediaServiceImageTags">
    <vt:lpwstr/>
  </property>
</Properties>
</file>